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0" r:id="rId1"/>
  </p:sldMasterIdLst>
  <p:notesMasterIdLst>
    <p:notesMasterId r:id="rId17"/>
  </p:notesMasterIdLst>
  <p:sldIdLst>
    <p:sldId id="256" r:id="rId2"/>
    <p:sldId id="259" r:id="rId3"/>
    <p:sldId id="261" r:id="rId4"/>
    <p:sldId id="265" r:id="rId5"/>
    <p:sldId id="263" r:id="rId6"/>
    <p:sldId id="313" r:id="rId7"/>
    <p:sldId id="264" r:id="rId8"/>
    <p:sldId id="314" r:id="rId9"/>
    <p:sldId id="315" r:id="rId10"/>
    <p:sldId id="316" r:id="rId11"/>
    <p:sldId id="262" r:id="rId12"/>
    <p:sldId id="266" r:id="rId13"/>
    <p:sldId id="269" r:id="rId14"/>
    <p:sldId id="276" r:id="rId15"/>
    <p:sldId id="268" r:id="rId16"/>
  </p:sldIdLst>
  <p:sldSz cx="9144000" cy="5143500" type="screen16x9"/>
  <p:notesSz cx="6858000" cy="9144000"/>
  <p:embeddedFontLst>
    <p:embeddedFont>
      <p:font typeface="Century Gothic" panose="020B0502020202020204" pitchFamily="34" charset="0"/>
      <p:regular r:id="rId18"/>
      <p:bold r:id="rId19"/>
    </p:embeddedFont>
    <p:embeddedFont>
      <p:font typeface="Darker Grotesque SemiBold" panose="020B0604020202020204" charset="0"/>
      <p:regular r:id="rId20"/>
      <p:bold r:id="rId21"/>
    </p:embeddedFont>
    <p:embeddedFont>
      <p:font typeface="Nunito Light" pitchFamily="2" charset="0"/>
      <p:regular r:id="rId22"/>
      <p:italic r:id="rId23"/>
    </p:embeddedFont>
    <p:embeddedFont>
      <p:font typeface="Rubik Black" panose="020B0604020202020204" charset="-79"/>
      <p:bold r:id="rId24"/>
      <p:boldItalic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676"/>
    <a:srgbClr val="C1AD00"/>
    <a:srgbClr val="CDBD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F54C951-8932-4890-A778-5EAF238C43DA}">
  <a:tblStyle styleId="{FF54C951-8932-4890-A778-5EAF238C43D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10" d="100"/>
          <a:sy n="110" d="100"/>
        </p:scale>
        <p:origin x="658"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13ede9fda42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13ede9fda42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140226c9436_0_29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140226c9436_0_295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140226c9436_0_29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140226c9436_0_29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13ede9fda42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13ede9fda42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13ede9fda42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13ede9fda42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6062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140226c9436_0_289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140226c9436_0_289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13ede9fda42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13ede9fda42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140226c9436_0_289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140226c9436_0_289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140226c9436_0_290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140226c9436_0_290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14bfb02370e_0_5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14bfb02370e_0_5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13ede9fda42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13ede9fda42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ctrTitle"/>
          </p:nvPr>
        </p:nvSpPr>
        <p:spPr>
          <a:xfrm>
            <a:off x="1028700" y="1352554"/>
            <a:ext cx="7086600" cy="1368822"/>
          </a:xfrm>
        </p:spPr>
        <p:txBody>
          <a:bodyPr anchor="b">
            <a:normAutofit/>
          </a:bodyPr>
          <a:lstStyle>
            <a:lvl1pPr algn="l">
              <a:defRPr sz="4500"/>
            </a:lvl1pPr>
          </a:lstStyle>
          <a:p>
            <a:r>
              <a:rPr lang="en-US"/>
              <a:t>Click to edit Master title style</a:t>
            </a:r>
            <a:endParaRPr lang="en-US" dirty="0"/>
          </a:p>
        </p:txBody>
      </p:sp>
      <p:sp>
        <p:nvSpPr>
          <p:cNvPr id="3" name="Subtitle 2"/>
          <p:cNvSpPr>
            <a:spLocks noGrp="1"/>
          </p:cNvSpPr>
          <p:nvPr>
            <p:ph type="subTitle" idx="1"/>
          </p:nvPr>
        </p:nvSpPr>
        <p:spPr>
          <a:xfrm>
            <a:off x="1028700" y="2724151"/>
            <a:ext cx="7086600" cy="514350"/>
          </a:xfrm>
        </p:spPr>
        <p:txBody>
          <a:bodyPr>
            <a:normAutofit/>
          </a:bodyPr>
          <a:lstStyle>
            <a:lvl1pPr marL="0" indent="0" algn="l">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5932171" y="3235746"/>
            <a:ext cx="2183130" cy="280982"/>
          </a:xfrm>
        </p:spPr>
        <p:txBody>
          <a:bodyPr/>
          <a:lstStyle/>
          <a:p>
            <a:fld id="{D982E71A-9B4A-4A22-B917-412DFE61AADC}" type="datetimeFigureOut">
              <a:rPr lang="en-IN" smtClean="0"/>
              <a:t>05-12-2024</a:t>
            </a:fld>
            <a:endParaRPr lang="en-IN"/>
          </a:p>
        </p:txBody>
      </p:sp>
      <p:sp>
        <p:nvSpPr>
          <p:cNvPr id="5" name="Footer Placeholder 4"/>
          <p:cNvSpPr>
            <a:spLocks noGrp="1"/>
          </p:cNvSpPr>
          <p:nvPr>
            <p:ph type="ftr" sz="quarter" idx="11"/>
          </p:nvPr>
        </p:nvSpPr>
        <p:spPr>
          <a:xfrm>
            <a:off x="1028700" y="3242884"/>
            <a:ext cx="4800600" cy="273844"/>
          </a:xfrm>
        </p:spPr>
        <p:txBody>
          <a:bodyPr/>
          <a:lstStyle/>
          <a:p>
            <a:endParaRPr lang="en-IN"/>
          </a:p>
        </p:txBody>
      </p:sp>
      <p:sp>
        <p:nvSpPr>
          <p:cNvPr id="6" name="Slide Number Placeholder 5"/>
          <p:cNvSpPr>
            <a:spLocks noGrp="1"/>
          </p:cNvSpPr>
          <p:nvPr>
            <p:ph type="sldNum" sz="quarter" idx="12"/>
          </p:nvPr>
        </p:nvSpPr>
        <p:spPr>
          <a:xfrm>
            <a:off x="6057900" y="1073150"/>
            <a:ext cx="2057400" cy="273844"/>
          </a:xfrm>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323511178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82E71A-9B4A-4A22-B917-412DFE61AADC}" type="datetimeFigureOut">
              <a:rPr lang="en-IN" smtClean="0"/>
              <a:t>05-12-2024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330879682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514351" y="565150"/>
            <a:ext cx="8115299" cy="2101451"/>
          </a:xfrm>
        </p:spPr>
        <p:txBody>
          <a:bodyPr anchor="b">
            <a:normAutofit/>
          </a:bodyPr>
          <a:lstStyle>
            <a:lvl1pPr algn="r">
              <a:defRPr sz="3000"/>
            </a:lvl1pPr>
          </a:lstStyle>
          <a:p>
            <a:r>
              <a:rPr lang="en-US"/>
              <a:t>Click to edit Master title style</a:t>
            </a:r>
            <a:endParaRPr lang="en-US" dirty="0"/>
          </a:p>
        </p:txBody>
      </p:sp>
      <p:sp>
        <p:nvSpPr>
          <p:cNvPr id="3" name="Text Placeholder 2"/>
          <p:cNvSpPr>
            <a:spLocks noGrp="1"/>
          </p:cNvSpPr>
          <p:nvPr>
            <p:ph type="body" idx="1"/>
          </p:nvPr>
        </p:nvSpPr>
        <p:spPr>
          <a:xfrm>
            <a:off x="768350" y="2731294"/>
            <a:ext cx="7867650" cy="716756"/>
          </a:xfrm>
        </p:spPr>
        <p:txBody>
          <a:bodyPr>
            <a:normAutofit/>
          </a:bodyPr>
          <a:lstStyle>
            <a:lvl1pPr marL="0" indent="0" algn="r">
              <a:buNone/>
              <a:defRPr sz="165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860839" y="285750"/>
            <a:ext cx="2183130" cy="273844"/>
          </a:xfrm>
        </p:spPr>
        <p:txBody>
          <a:bodyPr/>
          <a:lstStyle>
            <a:lvl1pPr algn="r">
              <a:defRPr/>
            </a:lvl1pPr>
          </a:lstStyle>
          <a:p>
            <a:fld id="{D982E71A-9B4A-4A22-B917-412DFE61AADC}" type="datetimeFigureOut">
              <a:rPr lang="en-IN" smtClean="0"/>
              <a:t>05-12-2024</a:t>
            </a:fld>
            <a:endParaRPr lang="en-IN"/>
          </a:p>
        </p:txBody>
      </p:sp>
      <p:sp>
        <p:nvSpPr>
          <p:cNvPr id="5" name="Footer Placeholder 4"/>
          <p:cNvSpPr>
            <a:spLocks noGrp="1"/>
          </p:cNvSpPr>
          <p:nvPr>
            <p:ph type="ftr" sz="quarter" idx="11"/>
          </p:nvPr>
        </p:nvSpPr>
        <p:spPr>
          <a:xfrm>
            <a:off x="514350" y="285751"/>
            <a:ext cx="5243619" cy="273049"/>
          </a:xfrm>
        </p:spPr>
        <p:txBody>
          <a:bodyPr/>
          <a:lstStyle/>
          <a:p>
            <a:endParaRPr lang="en-IN"/>
          </a:p>
        </p:txBody>
      </p:sp>
      <p:sp>
        <p:nvSpPr>
          <p:cNvPr id="6" name="Slide Number Placeholder 5"/>
          <p:cNvSpPr>
            <a:spLocks noGrp="1"/>
          </p:cNvSpPr>
          <p:nvPr>
            <p:ph type="sldNum" sz="quarter" idx="12"/>
          </p:nvPr>
        </p:nvSpPr>
        <p:spPr>
          <a:xfrm>
            <a:off x="8146839" y="285750"/>
            <a:ext cx="482811" cy="273844"/>
          </a:xfrm>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176970591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4350" y="1645920"/>
            <a:ext cx="4000500" cy="3018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645920"/>
            <a:ext cx="4000500" cy="3018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82E71A-9B4A-4A22-B917-412DFE61AADC}" type="datetimeFigureOut">
              <a:rPr lang="en-IN" smtClean="0"/>
              <a:t>05-12-2024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129307670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571500"/>
            <a:ext cx="6457950" cy="971550"/>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5807" y="1637852"/>
            <a:ext cx="3809993" cy="617934"/>
          </a:xfrm>
        </p:spPr>
        <p:txBody>
          <a:bodyPr anchor="b">
            <a:norm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4351" y="2349500"/>
            <a:ext cx="3983831" cy="2314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0600" y="1637852"/>
            <a:ext cx="3829050" cy="617934"/>
          </a:xfrm>
        </p:spPr>
        <p:txBody>
          <a:bodyPr anchor="b">
            <a:norm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349500"/>
            <a:ext cx="4000500" cy="2314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82E71A-9B4A-4A22-B917-412DFE61AADC}" type="datetimeFigureOut">
              <a:rPr lang="en-IN" smtClean="0"/>
              <a:t>05-12-2024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282721098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82E71A-9B4A-4A22-B917-412DFE61AADC}" type="datetimeFigureOut">
              <a:rPr lang="en-IN" smtClean="0"/>
              <a:t>05-12-2024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169455810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82E71A-9B4A-4A22-B917-412DFE61AADC}" type="datetimeFigureOut">
              <a:rPr lang="en-IN" smtClean="0"/>
              <a:t>05-12-2024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4025911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0" y="1143000"/>
            <a:ext cx="3086100" cy="1200150"/>
          </a:xfrm>
        </p:spPr>
        <p:txBody>
          <a:bodyPr anchor="b"/>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3746686" y="560070"/>
            <a:ext cx="4882964" cy="410394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4350" y="2343150"/>
            <a:ext cx="3086100" cy="232086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982E71A-9B4A-4A22-B917-412DFE61AADC}" type="datetimeFigureOut">
              <a:rPr lang="en-IN" smtClean="0"/>
              <a:t>05-12-2024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170302288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0" y="1143000"/>
            <a:ext cx="5154930" cy="1200150"/>
          </a:xfrm>
        </p:spPr>
        <p:txBody>
          <a:bodyPr anchor="b"/>
          <a:lstStyle>
            <a:lvl1pPr algn="l">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895928" y="563431"/>
            <a:ext cx="2733722" cy="410058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4350" y="2343150"/>
            <a:ext cx="5154930" cy="232086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982E71A-9B4A-4A22-B917-412DFE61AADC}" type="datetimeFigureOut">
              <a:rPr lang="en-IN" smtClean="0"/>
              <a:t>05-12-2024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211150672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33" y="3523021"/>
            <a:ext cx="8116526" cy="614516"/>
          </a:xfrm>
        </p:spPr>
        <p:txBody>
          <a:bodyPr anchor="b"/>
          <a:lstStyle>
            <a:lvl1pPr algn="l">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1295" y="706080"/>
            <a:ext cx="8116380" cy="260862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4350" y="4137537"/>
            <a:ext cx="8115300" cy="526477"/>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982E71A-9B4A-4A22-B917-412DFE61AADC}" type="datetimeFigureOut">
              <a:rPr lang="en-IN" smtClean="0"/>
              <a:t>05-12-2024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81634786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514350" y="565150"/>
            <a:ext cx="8115300" cy="2101850"/>
          </a:xfrm>
        </p:spPr>
        <p:txBody>
          <a:bodyPr anchor="ctr"/>
          <a:lstStyle>
            <a:lvl1pPr algn="l">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768350" y="2736850"/>
            <a:ext cx="7597887" cy="749300"/>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5860839" y="285750"/>
            <a:ext cx="2183130" cy="273844"/>
          </a:xfrm>
        </p:spPr>
        <p:txBody>
          <a:bodyPr/>
          <a:lstStyle>
            <a:lvl1pPr algn="r">
              <a:defRPr/>
            </a:lvl1pPr>
          </a:lstStyle>
          <a:p>
            <a:fld id="{D982E71A-9B4A-4A22-B917-412DFE61AADC}" type="datetimeFigureOut">
              <a:rPr lang="en-IN" smtClean="0"/>
              <a:t>05-12-2024</a:t>
            </a:fld>
            <a:endParaRPr lang="en-IN"/>
          </a:p>
        </p:txBody>
      </p:sp>
      <p:sp>
        <p:nvSpPr>
          <p:cNvPr id="6" name="Footer Placeholder 5"/>
          <p:cNvSpPr>
            <a:spLocks noGrp="1"/>
          </p:cNvSpPr>
          <p:nvPr>
            <p:ph type="ftr" sz="quarter" idx="11"/>
          </p:nvPr>
        </p:nvSpPr>
        <p:spPr>
          <a:xfrm>
            <a:off x="514350" y="284956"/>
            <a:ext cx="5243619" cy="273844"/>
          </a:xfrm>
        </p:spPr>
        <p:txBody>
          <a:bodyPr/>
          <a:lstStyle/>
          <a:p>
            <a:endParaRPr lang="en-IN"/>
          </a:p>
        </p:txBody>
      </p:sp>
      <p:sp>
        <p:nvSpPr>
          <p:cNvPr id="7" name="Slide Number Placeholder 6"/>
          <p:cNvSpPr>
            <a:spLocks noGrp="1"/>
          </p:cNvSpPr>
          <p:nvPr>
            <p:ph type="sldNum" sz="quarter" idx="12"/>
          </p:nvPr>
        </p:nvSpPr>
        <p:spPr>
          <a:xfrm>
            <a:off x="8146839" y="285750"/>
            <a:ext cx="482811" cy="273844"/>
          </a:xfrm>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211972210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768351" y="565150"/>
            <a:ext cx="7613650" cy="1953371"/>
          </a:xfrm>
        </p:spPr>
        <p:txBody>
          <a:bodyPr anchor="ctr"/>
          <a:lstStyle>
            <a:lvl1pPr algn="l">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977899" y="2524168"/>
            <a:ext cx="7194552" cy="333332"/>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768351" y="2969897"/>
            <a:ext cx="7613650" cy="509903"/>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5860839" y="285750"/>
            <a:ext cx="2183130" cy="273844"/>
          </a:xfrm>
        </p:spPr>
        <p:txBody>
          <a:bodyPr/>
          <a:lstStyle>
            <a:lvl1pPr algn="r">
              <a:defRPr/>
            </a:lvl1pPr>
          </a:lstStyle>
          <a:p>
            <a:fld id="{D982E71A-9B4A-4A22-B917-412DFE61AADC}" type="datetimeFigureOut">
              <a:rPr lang="en-IN" smtClean="0"/>
              <a:t>05-12-2024</a:t>
            </a:fld>
            <a:endParaRPr lang="en-IN"/>
          </a:p>
        </p:txBody>
      </p:sp>
      <p:sp>
        <p:nvSpPr>
          <p:cNvPr id="6" name="Footer Placeholder 5"/>
          <p:cNvSpPr>
            <a:spLocks noGrp="1"/>
          </p:cNvSpPr>
          <p:nvPr>
            <p:ph type="ftr" sz="quarter" idx="11"/>
          </p:nvPr>
        </p:nvSpPr>
        <p:spPr>
          <a:xfrm>
            <a:off x="514350" y="284956"/>
            <a:ext cx="5243619" cy="273844"/>
          </a:xfrm>
        </p:spPr>
        <p:txBody>
          <a:bodyPr/>
          <a:lstStyle/>
          <a:p>
            <a:endParaRPr lang="en-IN"/>
          </a:p>
        </p:txBody>
      </p:sp>
      <p:sp>
        <p:nvSpPr>
          <p:cNvPr id="7" name="Slide Number Placeholder 6"/>
          <p:cNvSpPr>
            <a:spLocks noGrp="1"/>
          </p:cNvSpPr>
          <p:nvPr>
            <p:ph type="sldNum" sz="quarter" idx="12"/>
          </p:nvPr>
        </p:nvSpPr>
        <p:spPr>
          <a:xfrm>
            <a:off x="8146839" y="285750"/>
            <a:ext cx="482811" cy="273844"/>
          </a:xfrm>
        </p:spPr>
        <p:txBody>
          <a:bodyPr/>
          <a:lstStyle/>
          <a:p>
            <a:fld id="{2861238C-2F25-489A-B336-0242BDB1E177}" type="slidenum">
              <a:rPr lang="en-IN" smtClean="0"/>
              <a:t>‹#›</a:t>
            </a:fld>
            <a:endParaRPr lang="en-IN"/>
          </a:p>
        </p:txBody>
      </p:sp>
      <p:sp>
        <p:nvSpPr>
          <p:cNvPr id="9" name="TextBox 8"/>
          <p:cNvSpPr txBox="1"/>
          <p:nvPr/>
        </p:nvSpPr>
        <p:spPr>
          <a:xfrm>
            <a:off x="357188" y="700088"/>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0" name="TextBox 9"/>
          <p:cNvSpPr txBox="1"/>
          <p:nvPr/>
        </p:nvSpPr>
        <p:spPr>
          <a:xfrm>
            <a:off x="8238173" y="2025968"/>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96677476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768371" y="843526"/>
            <a:ext cx="7609640" cy="1883876"/>
          </a:xfrm>
        </p:spPr>
        <p:txBody>
          <a:bodyPr anchor="b"/>
          <a:lstStyle>
            <a:lvl1pPr algn="l">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768350" y="2736237"/>
            <a:ext cx="7608491" cy="74991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5860839" y="284163"/>
            <a:ext cx="2183130" cy="273844"/>
          </a:xfrm>
        </p:spPr>
        <p:txBody>
          <a:bodyPr/>
          <a:lstStyle>
            <a:lvl1pPr algn="r">
              <a:defRPr/>
            </a:lvl1pPr>
          </a:lstStyle>
          <a:p>
            <a:fld id="{D982E71A-9B4A-4A22-B917-412DFE61AADC}" type="datetimeFigureOut">
              <a:rPr lang="en-IN" smtClean="0"/>
              <a:t>05-12-2024</a:t>
            </a:fld>
            <a:endParaRPr lang="en-IN"/>
          </a:p>
        </p:txBody>
      </p:sp>
      <p:sp>
        <p:nvSpPr>
          <p:cNvPr id="6" name="Footer Placeholder 5"/>
          <p:cNvSpPr>
            <a:spLocks noGrp="1"/>
          </p:cNvSpPr>
          <p:nvPr>
            <p:ph type="ftr" sz="quarter" idx="11"/>
          </p:nvPr>
        </p:nvSpPr>
        <p:spPr>
          <a:xfrm>
            <a:off x="514350" y="284163"/>
            <a:ext cx="5243619" cy="273844"/>
          </a:xfrm>
        </p:spPr>
        <p:txBody>
          <a:bodyPr/>
          <a:lstStyle/>
          <a:p>
            <a:endParaRPr lang="en-IN"/>
          </a:p>
        </p:txBody>
      </p:sp>
      <p:sp>
        <p:nvSpPr>
          <p:cNvPr id="7" name="Slide Number Placeholder 6"/>
          <p:cNvSpPr>
            <a:spLocks noGrp="1"/>
          </p:cNvSpPr>
          <p:nvPr>
            <p:ph type="sldNum" sz="quarter" idx="12"/>
          </p:nvPr>
        </p:nvSpPr>
        <p:spPr>
          <a:xfrm>
            <a:off x="8146839" y="285750"/>
            <a:ext cx="482811" cy="273844"/>
          </a:xfrm>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86134277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571500"/>
            <a:ext cx="6457949" cy="9779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514350" y="1651560"/>
            <a:ext cx="2592324" cy="462990"/>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514349" y="2178424"/>
            <a:ext cx="2592324" cy="248559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276600" y="1650999"/>
            <a:ext cx="2592324" cy="469901"/>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275144" y="2178050"/>
            <a:ext cx="2592324" cy="24859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6038850" y="1644649"/>
            <a:ext cx="2592324" cy="469901"/>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6038851" y="2178424"/>
            <a:ext cx="2592324" cy="248559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D982E71A-9B4A-4A22-B917-412DFE61AADC}" type="datetimeFigureOut">
              <a:rPr lang="en-IN" smtClean="0"/>
              <a:t>05-12-2024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170691371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1" y="571500"/>
            <a:ext cx="6457949" cy="9715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16463" y="3143250"/>
            <a:ext cx="2588687" cy="512074"/>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516463" y="1771650"/>
            <a:ext cx="2588687" cy="1143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516463" y="3655323"/>
            <a:ext cx="2588687" cy="1008691"/>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280698" y="3143250"/>
            <a:ext cx="2586701" cy="512074"/>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280697" y="1771650"/>
            <a:ext cx="2586702" cy="1143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280699" y="3655323"/>
            <a:ext cx="2586701" cy="1008691"/>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6037299" y="3143250"/>
            <a:ext cx="2592352" cy="512074"/>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6037391" y="1771650"/>
            <a:ext cx="2585909" cy="1143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6037299" y="3655321"/>
            <a:ext cx="2589334" cy="1008691"/>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D982E71A-9B4A-4A22-B917-412DFE61AADC}" type="datetimeFigureOut">
              <a:rPr lang="en-IN" smtClean="0"/>
              <a:t>05-12-2024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340889083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14350" y="1645920"/>
            <a:ext cx="8115300" cy="301809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82E71A-9B4A-4A22-B917-412DFE61AADC}" type="datetimeFigureOut">
              <a:rPr lang="en-IN" smtClean="0"/>
              <a:t>05-12-2024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276431653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Vertical Title 1"/>
          <p:cNvSpPr>
            <a:spLocks noGrp="1"/>
          </p:cNvSpPr>
          <p:nvPr>
            <p:ph type="title" orient="vert"/>
          </p:nvPr>
        </p:nvSpPr>
        <p:spPr>
          <a:xfrm>
            <a:off x="7086600" y="558800"/>
            <a:ext cx="1543050" cy="2927350"/>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68350" y="558800"/>
            <a:ext cx="6153151" cy="29273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860839" y="284956"/>
            <a:ext cx="2183130" cy="273844"/>
          </a:xfrm>
        </p:spPr>
        <p:txBody>
          <a:bodyPr/>
          <a:lstStyle>
            <a:lvl1pPr algn="r">
              <a:defRPr/>
            </a:lvl1pPr>
          </a:lstStyle>
          <a:p>
            <a:fld id="{D982E71A-9B4A-4A22-B917-412DFE61AADC}" type="datetimeFigureOut">
              <a:rPr lang="en-IN" smtClean="0"/>
              <a:t>05-12-2024</a:t>
            </a:fld>
            <a:endParaRPr lang="en-IN"/>
          </a:p>
        </p:txBody>
      </p:sp>
      <p:sp>
        <p:nvSpPr>
          <p:cNvPr id="5" name="Footer Placeholder 4"/>
          <p:cNvSpPr>
            <a:spLocks noGrp="1"/>
          </p:cNvSpPr>
          <p:nvPr>
            <p:ph type="ftr" sz="quarter" idx="11"/>
          </p:nvPr>
        </p:nvSpPr>
        <p:spPr>
          <a:xfrm>
            <a:off x="514350" y="285750"/>
            <a:ext cx="5243619" cy="273844"/>
          </a:xfrm>
        </p:spPr>
        <p:txBody>
          <a:bodyPr/>
          <a:lstStyle/>
          <a:p>
            <a:endParaRPr lang="en-IN"/>
          </a:p>
        </p:txBody>
      </p:sp>
      <p:sp>
        <p:nvSpPr>
          <p:cNvPr id="6" name="Slide Number Placeholder 5"/>
          <p:cNvSpPr>
            <a:spLocks noGrp="1"/>
          </p:cNvSpPr>
          <p:nvPr>
            <p:ph type="sldNum" sz="quarter" idx="12"/>
          </p:nvPr>
        </p:nvSpPr>
        <p:spPr>
          <a:xfrm>
            <a:off x="8146839" y="285750"/>
            <a:ext cx="482811" cy="273844"/>
          </a:xfrm>
        </p:spPr>
        <p:txBody>
          <a:bodyPr/>
          <a:lstStyle/>
          <a:p>
            <a:fld id="{2861238C-2F25-489A-B336-0242BDB1E177}" type="slidenum">
              <a:rPr lang="en-IN" smtClean="0"/>
              <a:t>‹#›</a:t>
            </a:fld>
            <a:endParaRPr lang="en-IN"/>
          </a:p>
        </p:txBody>
      </p:sp>
    </p:spTree>
    <p:extLst>
      <p:ext uri="{BB962C8B-B14F-4D97-AF65-F5344CB8AC3E}">
        <p14:creationId xmlns:p14="http://schemas.microsoft.com/office/powerpoint/2010/main" val="105002451"/>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63"/>
        <p:cNvGrpSpPr/>
        <p:nvPr/>
      </p:nvGrpSpPr>
      <p:grpSpPr>
        <a:xfrm>
          <a:off x="0" y="0"/>
          <a:ext cx="0" cy="0"/>
          <a:chOff x="0" y="0"/>
          <a:chExt cx="0" cy="0"/>
        </a:xfrm>
      </p:grpSpPr>
      <p:sp>
        <p:nvSpPr>
          <p:cNvPr id="268" name="Google Shape;268;p25"/>
          <p:cNvSpPr txBox="1">
            <a:spLocks noGrp="1"/>
          </p:cNvSpPr>
          <p:nvPr>
            <p:ph type="ctrTitle"/>
          </p:nvPr>
        </p:nvSpPr>
        <p:spPr>
          <a:xfrm>
            <a:off x="713100" y="1354736"/>
            <a:ext cx="5400000" cy="1432500"/>
          </a:xfrm>
          <a:prstGeom prst="rect">
            <a:avLst/>
          </a:prstGeom>
        </p:spPr>
        <p:txBody>
          <a:bodyPr spcFirstLastPara="1" wrap="square" lIns="91425" tIns="91425" rIns="91425" bIns="91425" anchor="b" anchorCtr="0">
            <a:noAutofit/>
          </a:bodyPr>
          <a:lstStyle>
            <a:lvl1pPr lvl="0" algn="l" rtl="0">
              <a:lnSpc>
                <a:spcPct val="80000"/>
              </a:lnSpc>
              <a:spcBef>
                <a:spcPts val="0"/>
              </a:spcBef>
              <a:spcAft>
                <a:spcPts val="0"/>
              </a:spcAft>
              <a:buSzPts val="5200"/>
              <a:buNone/>
              <a:defRPr sz="10000" b="0">
                <a:solidFill>
                  <a:schemeClr val="lt2"/>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69" name="Google Shape;269;p25"/>
          <p:cNvSpPr txBox="1">
            <a:spLocks noGrp="1"/>
          </p:cNvSpPr>
          <p:nvPr>
            <p:ph type="subTitle" idx="1"/>
          </p:nvPr>
        </p:nvSpPr>
        <p:spPr>
          <a:xfrm>
            <a:off x="713100" y="2691063"/>
            <a:ext cx="3857700" cy="1097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2000">
                <a:latin typeface="Darker Grotesque SemiBold"/>
                <a:ea typeface="Darker Grotesque SemiBold"/>
                <a:cs typeface="Darker Grotesque SemiBold"/>
                <a:sym typeface="Darker Grotesque SemiBold"/>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extLst>
      <p:ext uri="{BB962C8B-B14F-4D97-AF65-F5344CB8AC3E}">
        <p14:creationId xmlns:p14="http://schemas.microsoft.com/office/powerpoint/2010/main" val="33347130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137"/>
        <p:cNvGrpSpPr/>
        <p:nvPr/>
      </p:nvGrpSpPr>
      <p:grpSpPr>
        <a:xfrm>
          <a:off x="0" y="0"/>
          <a:ext cx="0" cy="0"/>
          <a:chOff x="0" y="0"/>
          <a:chExt cx="0" cy="0"/>
        </a:xfrm>
      </p:grpSpPr>
      <p:sp>
        <p:nvSpPr>
          <p:cNvPr id="142" name="Google Shape;142;p15"/>
          <p:cNvSpPr txBox="1">
            <a:spLocks noGrp="1"/>
          </p:cNvSpPr>
          <p:nvPr>
            <p:ph type="subTitle" idx="1"/>
          </p:nvPr>
        </p:nvSpPr>
        <p:spPr>
          <a:xfrm>
            <a:off x="713100" y="2223025"/>
            <a:ext cx="3776100" cy="238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600">
                <a:latin typeface="Darker Grotesque SemiBold"/>
                <a:ea typeface="Darker Grotesque SemiBold"/>
                <a:cs typeface="Darker Grotesque SemiBold"/>
                <a:sym typeface="Darker Grotesque SemiBold"/>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143" name="Google Shape;143;p15"/>
          <p:cNvSpPr txBox="1">
            <a:spLocks noGrp="1"/>
          </p:cNvSpPr>
          <p:nvPr>
            <p:ph type="subTitle" idx="2"/>
          </p:nvPr>
        </p:nvSpPr>
        <p:spPr>
          <a:xfrm>
            <a:off x="4654498" y="2223025"/>
            <a:ext cx="3776100" cy="238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600">
                <a:latin typeface="Darker Grotesque SemiBold"/>
                <a:ea typeface="Darker Grotesque SemiBold"/>
                <a:cs typeface="Darker Grotesque SemiBold"/>
                <a:sym typeface="Darker Grotesque SemiBold"/>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144" name="Google Shape;144;p15"/>
          <p:cNvSpPr txBox="1">
            <a:spLocks noGrp="1"/>
          </p:cNvSpPr>
          <p:nvPr>
            <p:ph type="ctrTitle"/>
          </p:nvPr>
        </p:nvSpPr>
        <p:spPr>
          <a:xfrm>
            <a:off x="1853425" y="539375"/>
            <a:ext cx="5437200" cy="10836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5200"/>
              <a:buNone/>
              <a:defRPr sz="4000" b="0">
                <a:solidFill>
                  <a:schemeClr val="lt2"/>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Tree>
    <p:extLst>
      <p:ext uri="{BB962C8B-B14F-4D97-AF65-F5344CB8AC3E}">
        <p14:creationId xmlns:p14="http://schemas.microsoft.com/office/powerpoint/2010/main" val="2644615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98"/>
        <p:cNvGrpSpPr/>
        <p:nvPr/>
      </p:nvGrpSpPr>
      <p:grpSpPr>
        <a:xfrm>
          <a:off x="0" y="0"/>
          <a:ext cx="0" cy="0"/>
          <a:chOff x="0" y="0"/>
          <a:chExt cx="0" cy="0"/>
        </a:xfrm>
      </p:grpSpPr>
      <p:sp>
        <p:nvSpPr>
          <p:cNvPr id="206" name="Google Shape;206;p20"/>
          <p:cNvSpPr txBox="1">
            <a:spLocks noGrp="1"/>
          </p:cNvSpPr>
          <p:nvPr>
            <p:ph type="title" hasCustomPrompt="1"/>
          </p:nvPr>
        </p:nvSpPr>
        <p:spPr>
          <a:xfrm>
            <a:off x="713100" y="877360"/>
            <a:ext cx="1974600" cy="935400"/>
          </a:xfrm>
          <a:prstGeom prst="rect">
            <a:avLst/>
          </a:prstGeom>
          <a:noFill/>
          <a:ln>
            <a:noFill/>
          </a:ln>
        </p:spPr>
        <p:txBody>
          <a:bodyPr spcFirstLastPara="1" wrap="square" lIns="91425" tIns="91425" rIns="91425" bIns="91425" anchor="ctr" anchorCtr="0">
            <a:noAutofit/>
          </a:bodyPr>
          <a:lstStyle>
            <a:lvl1pPr lvl="0" algn="l" rtl="0">
              <a:spcBef>
                <a:spcPts val="0"/>
              </a:spcBef>
              <a:spcAft>
                <a:spcPts val="0"/>
              </a:spcAft>
              <a:buSzPts val="2400"/>
              <a:buNone/>
              <a:defRPr sz="8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07" name="Google Shape;207;p20"/>
          <p:cNvSpPr txBox="1">
            <a:spLocks noGrp="1"/>
          </p:cNvSpPr>
          <p:nvPr>
            <p:ph type="ctrTitle" idx="2"/>
          </p:nvPr>
        </p:nvSpPr>
        <p:spPr>
          <a:xfrm>
            <a:off x="713100" y="1898725"/>
            <a:ext cx="4369200" cy="1651200"/>
          </a:xfrm>
          <a:prstGeom prst="rect">
            <a:avLst/>
          </a:prstGeom>
        </p:spPr>
        <p:txBody>
          <a:bodyPr spcFirstLastPara="1" wrap="square" lIns="91425" tIns="91425" rIns="91425" bIns="91425" anchor="b" anchorCtr="0">
            <a:noAutofit/>
          </a:bodyPr>
          <a:lstStyle>
            <a:lvl1pPr lvl="0" algn="l" rtl="0">
              <a:lnSpc>
                <a:spcPct val="80000"/>
              </a:lnSpc>
              <a:spcBef>
                <a:spcPts val="0"/>
              </a:spcBef>
              <a:spcAft>
                <a:spcPts val="0"/>
              </a:spcAft>
              <a:buSzPts val="5200"/>
              <a:buNone/>
              <a:defRPr sz="6000" b="0">
                <a:solidFill>
                  <a:schemeClr val="lt2"/>
                </a:solidFill>
              </a:defRPr>
            </a:lvl1pPr>
            <a:lvl2pPr lvl="1" algn="l" rtl="0">
              <a:spcBef>
                <a:spcPts val="0"/>
              </a:spcBef>
              <a:spcAft>
                <a:spcPts val="0"/>
              </a:spcAft>
              <a:buSzPts val="5200"/>
              <a:buNone/>
              <a:defRPr sz="5200"/>
            </a:lvl2pPr>
            <a:lvl3pPr lvl="2" algn="l" rtl="0">
              <a:spcBef>
                <a:spcPts val="0"/>
              </a:spcBef>
              <a:spcAft>
                <a:spcPts val="0"/>
              </a:spcAft>
              <a:buSzPts val="5200"/>
              <a:buNone/>
              <a:defRPr sz="5200"/>
            </a:lvl3pPr>
            <a:lvl4pPr lvl="3" algn="l" rtl="0">
              <a:spcBef>
                <a:spcPts val="0"/>
              </a:spcBef>
              <a:spcAft>
                <a:spcPts val="0"/>
              </a:spcAft>
              <a:buSzPts val="5200"/>
              <a:buNone/>
              <a:defRPr sz="5200"/>
            </a:lvl4pPr>
            <a:lvl5pPr lvl="4" algn="l" rtl="0">
              <a:spcBef>
                <a:spcPts val="0"/>
              </a:spcBef>
              <a:spcAft>
                <a:spcPts val="0"/>
              </a:spcAft>
              <a:buSzPts val="5200"/>
              <a:buNone/>
              <a:defRPr sz="5200"/>
            </a:lvl5pPr>
            <a:lvl6pPr lvl="5" algn="l" rtl="0">
              <a:spcBef>
                <a:spcPts val="0"/>
              </a:spcBef>
              <a:spcAft>
                <a:spcPts val="0"/>
              </a:spcAft>
              <a:buSzPts val="5200"/>
              <a:buNone/>
              <a:defRPr sz="5200"/>
            </a:lvl6pPr>
            <a:lvl7pPr lvl="6" algn="l" rtl="0">
              <a:spcBef>
                <a:spcPts val="0"/>
              </a:spcBef>
              <a:spcAft>
                <a:spcPts val="0"/>
              </a:spcAft>
              <a:buSzPts val="5200"/>
              <a:buNone/>
              <a:defRPr sz="5200"/>
            </a:lvl7pPr>
            <a:lvl8pPr lvl="7" algn="l" rtl="0">
              <a:spcBef>
                <a:spcPts val="0"/>
              </a:spcBef>
              <a:spcAft>
                <a:spcPts val="0"/>
              </a:spcAft>
              <a:buSzPts val="5200"/>
              <a:buNone/>
              <a:defRPr sz="5200"/>
            </a:lvl8pPr>
            <a:lvl9pPr lvl="8" algn="l" rtl="0">
              <a:spcBef>
                <a:spcPts val="0"/>
              </a:spcBef>
              <a:spcAft>
                <a:spcPts val="0"/>
              </a:spcAft>
              <a:buSzPts val="5200"/>
              <a:buNone/>
              <a:defRPr sz="5200"/>
            </a:lvl9pPr>
          </a:lstStyle>
          <a:p>
            <a:endParaRPr/>
          </a:p>
        </p:txBody>
      </p:sp>
      <p:sp>
        <p:nvSpPr>
          <p:cNvPr id="208" name="Google Shape;208;p20"/>
          <p:cNvSpPr txBox="1">
            <a:spLocks noGrp="1"/>
          </p:cNvSpPr>
          <p:nvPr>
            <p:ph type="subTitle" idx="1"/>
          </p:nvPr>
        </p:nvSpPr>
        <p:spPr>
          <a:xfrm>
            <a:off x="713100" y="3453750"/>
            <a:ext cx="2655900" cy="81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2000">
                <a:latin typeface="Darker Grotesque SemiBold"/>
                <a:ea typeface="Darker Grotesque SemiBold"/>
                <a:cs typeface="Darker Grotesque SemiBold"/>
                <a:sym typeface="Darker Grotesque SemiBold"/>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extLst>
      <p:ext uri="{BB962C8B-B14F-4D97-AF65-F5344CB8AC3E}">
        <p14:creationId xmlns:p14="http://schemas.microsoft.com/office/powerpoint/2010/main" val="23644583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42"/>
        <p:cNvGrpSpPr/>
        <p:nvPr/>
      </p:nvGrpSpPr>
      <p:grpSpPr>
        <a:xfrm>
          <a:off x="0" y="0"/>
          <a:ext cx="0" cy="0"/>
          <a:chOff x="0" y="0"/>
          <a:chExt cx="0" cy="0"/>
        </a:xfrm>
      </p:grpSpPr>
      <p:sp>
        <p:nvSpPr>
          <p:cNvPr id="48" name="Google Shape;48;p5"/>
          <p:cNvSpPr txBox="1">
            <a:spLocks noGrp="1"/>
          </p:cNvSpPr>
          <p:nvPr>
            <p:ph type="ctrTitle"/>
          </p:nvPr>
        </p:nvSpPr>
        <p:spPr>
          <a:xfrm>
            <a:off x="2535200" y="539375"/>
            <a:ext cx="4074000" cy="10836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5200"/>
              <a:buNone/>
              <a:defRPr sz="4000" b="0">
                <a:solidFill>
                  <a:schemeClr val="lt2"/>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49" name="Google Shape;49;p5"/>
          <p:cNvSpPr txBox="1">
            <a:spLocks noGrp="1"/>
          </p:cNvSpPr>
          <p:nvPr>
            <p:ph type="subTitle" idx="1"/>
          </p:nvPr>
        </p:nvSpPr>
        <p:spPr>
          <a:xfrm>
            <a:off x="1015388" y="3061250"/>
            <a:ext cx="3399600" cy="443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Rubik Distressed"/>
              <a:buNone/>
              <a:defRPr sz="2200">
                <a:latin typeface="Rubik Black"/>
                <a:ea typeface="Rubik Black"/>
                <a:cs typeface="Rubik Black"/>
                <a:sym typeface="Rubik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 name="Google Shape;50;p5"/>
          <p:cNvSpPr txBox="1">
            <a:spLocks noGrp="1"/>
          </p:cNvSpPr>
          <p:nvPr>
            <p:ph type="subTitle" idx="2"/>
          </p:nvPr>
        </p:nvSpPr>
        <p:spPr>
          <a:xfrm>
            <a:off x="1015388" y="3366674"/>
            <a:ext cx="3399600" cy="921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1" name="Google Shape;51;p5"/>
          <p:cNvSpPr txBox="1">
            <a:spLocks noGrp="1"/>
          </p:cNvSpPr>
          <p:nvPr>
            <p:ph type="subTitle" idx="3"/>
          </p:nvPr>
        </p:nvSpPr>
        <p:spPr>
          <a:xfrm>
            <a:off x="4729413" y="3061250"/>
            <a:ext cx="3399600" cy="443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Rubik Distressed"/>
              <a:buNone/>
              <a:defRPr sz="2200">
                <a:latin typeface="Rubik Black"/>
                <a:ea typeface="Rubik Black"/>
                <a:cs typeface="Rubik Black"/>
                <a:sym typeface="Rubik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 name="Google Shape;52;p5"/>
          <p:cNvSpPr txBox="1">
            <a:spLocks noGrp="1"/>
          </p:cNvSpPr>
          <p:nvPr>
            <p:ph type="subTitle" idx="4"/>
          </p:nvPr>
        </p:nvSpPr>
        <p:spPr>
          <a:xfrm>
            <a:off x="4729413" y="3366674"/>
            <a:ext cx="3399600" cy="921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462804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45"/>
        <p:cNvGrpSpPr/>
        <p:nvPr/>
      </p:nvGrpSpPr>
      <p:grpSpPr>
        <a:xfrm>
          <a:off x="0" y="0"/>
          <a:ext cx="0" cy="0"/>
          <a:chOff x="0" y="0"/>
          <a:chExt cx="0" cy="0"/>
        </a:xfrm>
      </p:grpSpPr>
      <p:sp>
        <p:nvSpPr>
          <p:cNvPr id="150" name="Google Shape;150;p16"/>
          <p:cNvSpPr txBox="1">
            <a:spLocks noGrp="1"/>
          </p:cNvSpPr>
          <p:nvPr>
            <p:ph type="ctrTitle"/>
          </p:nvPr>
        </p:nvSpPr>
        <p:spPr>
          <a:xfrm>
            <a:off x="2222550" y="539375"/>
            <a:ext cx="4698900" cy="10836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5200"/>
              <a:buNone/>
              <a:defRPr sz="4000" b="0">
                <a:solidFill>
                  <a:schemeClr val="lt2"/>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51" name="Google Shape;151;p16"/>
          <p:cNvSpPr txBox="1">
            <a:spLocks noGrp="1"/>
          </p:cNvSpPr>
          <p:nvPr>
            <p:ph type="subTitle" idx="1"/>
          </p:nvPr>
        </p:nvSpPr>
        <p:spPr>
          <a:xfrm>
            <a:off x="713100" y="3060398"/>
            <a:ext cx="2251500" cy="443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Rubik Distressed"/>
              <a:buNone/>
              <a:defRPr sz="2200">
                <a:latin typeface="Rubik Black"/>
                <a:ea typeface="Rubik Black"/>
                <a:cs typeface="Rubik Black"/>
                <a:sym typeface="Rubik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2" name="Google Shape;152;p16"/>
          <p:cNvSpPr txBox="1">
            <a:spLocks noGrp="1"/>
          </p:cNvSpPr>
          <p:nvPr>
            <p:ph type="subTitle" idx="2"/>
          </p:nvPr>
        </p:nvSpPr>
        <p:spPr>
          <a:xfrm>
            <a:off x="713103" y="3365823"/>
            <a:ext cx="2251500" cy="66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3" name="Google Shape;153;p16"/>
          <p:cNvSpPr txBox="1">
            <a:spLocks noGrp="1"/>
          </p:cNvSpPr>
          <p:nvPr>
            <p:ph type="subTitle" idx="3"/>
          </p:nvPr>
        </p:nvSpPr>
        <p:spPr>
          <a:xfrm>
            <a:off x="3447675" y="3060398"/>
            <a:ext cx="2251500" cy="443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Rubik Distressed"/>
              <a:buNone/>
              <a:defRPr sz="2200">
                <a:latin typeface="Rubik Black"/>
                <a:ea typeface="Rubik Black"/>
                <a:cs typeface="Rubik Black"/>
                <a:sym typeface="Rubik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4" name="Google Shape;154;p16"/>
          <p:cNvSpPr txBox="1">
            <a:spLocks noGrp="1"/>
          </p:cNvSpPr>
          <p:nvPr>
            <p:ph type="subTitle" idx="4"/>
          </p:nvPr>
        </p:nvSpPr>
        <p:spPr>
          <a:xfrm>
            <a:off x="3447678" y="3365823"/>
            <a:ext cx="2251500" cy="66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5" name="Google Shape;155;p16"/>
          <p:cNvSpPr txBox="1">
            <a:spLocks noGrp="1"/>
          </p:cNvSpPr>
          <p:nvPr>
            <p:ph type="subTitle" idx="5"/>
          </p:nvPr>
        </p:nvSpPr>
        <p:spPr>
          <a:xfrm>
            <a:off x="6182250" y="3060398"/>
            <a:ext cx="2251500" cy="443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Font typeface="Rubik Distressed"/>
              <a:buNone/>
              <a:defRPr sz="2200">
                <a:latin typeface="Rubik Black"/>
                <a:ea typeface="Rubik Black"/>
                <a:cs typeface="Rubik Black"/>
                <a:sym typeface="Rubik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6" name="Google Shape;156;p16"/>
          <p:cNvSpPr txBox="1">
            <a:spLocks noGrp="1"/>
          </p:cNvSpPr>
          <p:nvPr>
            <p:ph type="subTitle" idx="6"/>
          </p:nvPr>
        </p:nvSpPr>
        <p:spPr>
          <a:xfrm>
            <a:off x="6182253" y="3365823"/>
            <a:ext cx="2251500" cy="66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42565506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270"/>
        <p:cNvGrpSpPr/>
        <p:nvPr/>
      </p:nvGrpSpPr>
      <p:grpSpPr>
        <a:xfrm>
          <a:off x="0" y="0"/>
          <a:ext cx="0" cy="0"/>
          <a:chOff x="0" y="0"/>
          <a:chExt cx="0" cy="0"/>
        </a:xfrm>
      </p:grpSpPr>
      <p:sp>
        <p:nvSpPr>
          <p:cNvPr id="273" name="Google Shape;273;p26"/>
          <p:cNvSpPr txBox="1">
            <a:spLocks noGrp="1"/>
          </p:cNvSpPr>
          <p:nvPr>
            <p:ph type="ctrTitle"/>
          </p:nvPr>
        </p:nvSpPr>
        <p:spPr>
          <a:xfrm>
            <a:off x="713100" y="832650"/>
            <a:ext cx="4283400" cy="1083600"/>
          </a:xfrm>
          <a:prstGeom prst="rect">
            <a:avLst/>
          </a:prstGeom>
        </p:spPr>
        <p:txBody>
          <a:bodyPr spcFirstLastPara="1" wrap="square" lIns="91425" tIns="91425" rIns="91425" bIns="91425" anchor="t" anchorCtr="0">
            <a:noAutofit/>
          </a:bodyPr>
          <a:lstStyle>
            <a:lvl1pPr lvl="0" algn="l" rtl="0">
              <a:lnSpc>
                <a:spcPct val="80000"/>
              </a:lnSpc>
              <a:spcBef>
                <a:spcPts val="0"/>
              </a:spcBef>
              <a:spcAft>
                <a:spcPts val="0"/>
              </a:spcAft>
              <a:buSzPts val="5200"/>
              <a:buNone/>
              <a:defRPr sz="4000" b="0">
                <a:solidFill>
                  <a:schemeClr val="lt2"/>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74" name="Google Shape;274;p26"/>
          <p:cNvSpPr txBox="1">
            <a:spLocks noGrp="1"/>
          </p:cNvSpPr>
          <p:nvPr>
            <p:ph type="body" idx="1"/>
          </p:nvPr>
        </p:nvSpPr>
        <p:spPr>
          <a:xfrm>
            <a:off x="713100" y="2037450"/>
            <a:ext cx="4283400" cy="2273400"/>
          </a:xfrm>
          <a:prstGeom prst="rect">
            <a:avLst/>
          </a:prstGeom>
        </p:spPr>
        <p:txBody>
          <a:bodyPr spcFirstLastPara="1" wrap="square" lIns="91425" tIns="91425" rIns="91425" bIns="91425" anchor="t" anchorCtr="0">
            <a:no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Font typeface="Nunito Light"/>
              <a:buChar char="○"/>
              <a:defRPr/>
            </a:lvl2pPr>
            <a:lvl3pPr marL="1371600" lvl="2" indent="-323850" rtl="0">
              <a:spcBef>
                <a:spcPts val="0"/>
              </a:spcBef>
              <a:spcAft>
                <a:spcPts val="0"/>
              </a:spcAft>
              <a:buSzPts val="1500"/>
              <a:buFont typeface="Nunito Light"/>
              <a:buChar char="■"/>
              <a:defRPr/>
            </a:lvl3pPr>
            <a:lvl4pPr marL="1828800" lvl="3" indent="-323850" rtl="0">
              <a:spcBef>
                <a:spcPts val="0"/>
              </a:spcBef>
              <a:spcAft>
                <a:spcPts val="0"/>
              </a:spcAft>
              <a:buSzPts val="1500"/>
              <a:buFont typeface="Nunito Light"/>
              <a:buChar char="●"/>
              <a:defRPr/>
            </a:lvl4pPr>
            <a:lvl5pPr marL="2286000" lvl="4" indent="-317500" rtl="0">
              <a:spcBef>
                <a:spcPts val="0"/>
              </a:spcBef>
              <a:spcAft>
                <a:spcPts val="0"/>
              </a:spcAft>
              <a:buSzPts val="1400"/>
              <a:buFont typeface="Nunito Light"/>
              <a:buChar char="○"/>
              <a:defRPr/>
            </a:lvl5pPr>
            <a:lvl6pPr marL="2743200" lvl="5" indent="-317500" rtl="0">
              <a:spcBef>
                <a:spcPts val="0"/>
              </a:spcBef>
              <a:spcAft>
                <a:spcPts val="0"/>
              </a:spcAft>
              <a:buSzPts val="1400"/>
              <a:buFont typeface="Nunito Light"/>
              <a:buChar char="■"/>
              <a:defRPr/>
            </a:lvl6pPr>
            <a:lvl7pPr marL="3200400" lvl="6" indent="-311150" rtl="0">
              <a:spcBef>
                <a:spcPts val="0"/>
              </a:spcBef>
              <a:spcAft>
                <a:spcPts val="0"/>
              </a:spcAft>
              <a:buSzPts val="1300"/>
              <a:buFont typeface="Nunito Light"/>
              <a:buChar char="●"/>
              <a:defRPr/>
            </a:lvl7pPr>
            <a:lvl8pPr marL="3657600" lvl="7" indent="-311150" rtl="0">
              <a:spcBef>
                <a:spcPts val="0"/>
              </a:spcBef>
              <a:spcAft>
                <a:spcPts val="0"/>
              </a:spcAft>
              <a:buSzPts val="1300"/>
              <a:buFont typeface="Nunito Light"/>
              <a:buChar char="○"/>
              <a:defRPr/>
            </a:lvl8pPr>
            <a:lvl9pPr marL="4114800" lvl="8" indent="-317500" rtl="0">
              <a:spcBef>
                <a:spcPts val="0"/>
              </a:spcBef>
              <a:spcAft>
                <a:spcPts val="0"/>
              </a:spcAft>
              <a:buSzPts val="1400"/>
              <a:buFont typeface="Nunito Light"/>
              <a:buChar char="■"/>
              <a:defRPr/>
            </a:lvl9pPr>
          </a:lstStyle>
          <a:p>
            <a:endParaRPr/>
          </a:p>
        </p:txBody>
      </p:sp>
      <p:sp>
        <p:nvSpPr>
          <p:cNvPr id="275" name="Google Shape;275;p26"/>
          <p:cNvSpPr>
            <a:spLocks noGrp="1"/>
          </p:cNvSpPr>
          <p:nvPr>
            <p:ph type="pic" idx="2"/>
          </p:nvPr>
        </p:nvSpPr>
        <p:spPr>
          <a:xfrm rot="-390453">
            <a:off x="6285173" y="-305875"/>
            <a:ext cx="3663504" cy="5681395"/>
          </a:xfrm>
          <a:prstGeom prst="rect">
            <a:avLst/>
          </a:prstGeom>
          <a:noFill/>
          <a:ln>
            <a:noFill/>
          </a:ln>
        </p:spPr>
      </p:sp>
    </p:spTree>
    <p:extLst>
      <p:ext uri="{BB962C8B-B14F-4D97-AF65-F5344CB8AC3E}">
        <p14:creationId xmlns:p14="http://schemas.microsoft.com/office/powerpoint/2010/main" val="24657048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57"/>
        <p:cNvGrpSpPr/>
        <p:nvPr/>
      </p:nvGrpSpPr>
      <p:grpSpPr>
        <a:xfrm>
          <a:off x="0" y="0"/>
          <a:ext cx="0" cy="0"/>
          <a:chOff x="0" y="0"/>
          <a:chExt cx="0" cy="0"/>
        </a:xfrm>
      </p:grpSpPr>
      <p:sp>
        <p:nvSpPr>
          <p:cNvPr id="162" name="Google Shape;162;p17"/>
          <p:cNvSpPr txBox="1">
            <a:spLocks noGrp="1"/>
          </p:cNvSpPr>
          <p:nvPr>
            <p:ph type="ctrTitle"/>
          </p:nvPr>
        </p:nvSpPr>
        <p:spPr>
          <a:xfrm>
            <a:off x="2535200" y="539375"/>
            <a:ext cx="4074000" cy="10836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5200"/>
              <a:buNone/>
              <a:defRPr sz="4000" b="0">
                <a:solidFill>
                  <a:schemeClr val="lt2"/>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63" name="Google Shape;163;p17"/>
          <p:cNvSpPr txBox="1">
            <a:spLocks noGrp="1"/>
          </p:cNvSpPr>
          <p:nvPr>
            <p:ph type="subTitle" idx="1"/>
          </p:nvPr>
        </p:nvSpPr>
        <p:spPr>
          <a:xfrm>
            <a:off x="2320750" y="2105150"/>
            <a:ext cx="2138700" cy="4437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Font typeface="Rubik Distressed"/>
              <a:buNone/>
              <a:defRPr sz="2200">
                <a:latin typeface="Rubik Black"/>
                <a:ea typeface="Rubik Black"/>
                <a:cs typeface="Rubik Black"/>
                <a:sym typeface="Rubik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4" name="Google Shape;164;p17"/>
          <p:cNvSpPr txBox="1">
            <a:spLocks noGrp="1"/>
          </p:cNvSpPr>
          <p:nvPr>
            <p:ph type="subTitle" idx="2"/>
          </p:nvPr>
        </p:nvSpPr>
        <p:spPr>
          <a:xfrm>
            <a:off x="2320750" y="2410575"/>
            <a:ext cx="2138700" cy="66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5" name="Google Shape;165;p17"/>
          <p:cNvSpPr txBox="1">
            <a:spLocks noGrp="1"/>
          </p:cNvSpPr>
          <p:nvPr>
            <p:ph type="subTitle" idx="3"/>
          </p:nvPr>
        </p:nvSpPr>
        <p:spPr>
          <a:xfrm>
            <a:off x="5862375" y="2105150"/>
            <a:ext cx="2138700" cy="4437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Font typeface="Rubik Distressed"/>
              <a:buNone/>
              <a:defRPr sz="2200">
                <a:latin typeface="Rubik Black"/>
                <a:ea typeface="Rubik Black"/>
                <a:cs typeface="Rubik Black"/>
                <a:sym typeface="Rubik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6" name="Google Shape;166;p17"/>
          <p:cNvSpPr txBox="1">
            <a:spLocks noGrp="1"/>
          </p:cNvSpPr>
          <p:nvPr>
            <p:ph type="subTitle" idx="4"/>
          </p:nvPr>
        </p:nvSpPr>
        <p:spPr>
          <a:xfrm>
            <a:off x="5862375" y="2410575"/>
            <a:ext cx="2138700" cy="66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7" name="Google Shape;167;p17"/>
          <p:cNvSpPr txBox="1">
            <a:spLocks noGrp="1"/>
          </p:cNvSpPr>
          <p:nvPr>
            <p:ph type="subTitle" idx="5"/>
          </p:nvPr>
        </p:nvSpPr>
        <p:spPr>
          <a:xfrm>
            <a:off x="2320750" y="3405875"/>
            <a:ext cx="2138700" cy="4437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Font typeface="Rubik Distressed"/>
              <a:buNone/>
              <a:defRPr sz="2200">
                <a:latin typeface="Rubik Black"/>
                <a:ea typeface="Rubik Black"/>
                <a:cs typeface="Rubik Black"/>
                <a:sym typeface="Rubik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8" name="Google Shape;168;p17"/>
          <p:cNvSpPr txBox="1">
            <a:spLocks noGrp="1"/>
          </p:cNvSpPr>
          <p:nvPr>
            <p:ph type="subTitle" idx="6"/>
          </p:nvPr>
        </p:nvSpPr>
        <p:spPr>
          <a:xfrm>
            <a:off x="2320750" y="3711300"/>
            <a:ext cx="2138700" cy="66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9" name="Google Shape;169;p17"/>
          <p:cNvSpPr txBox="1">
            <a:spLocks noGrp="1"/>
          </p:cNvSpPr>
          <p:nvPr>
            <p:ph type="subTitle" idx="7"/>
          </p:nvPr>
        </p:nvSpPr>
        <p:spPr>
          <a:xfrm>
            <a:off x="5862375" y="3405875"/>
            <a:ext cx="2138700" cy="4437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Font typeface="Rubik Distressed"/>
              <a:buNone/>
              <a:defRPr sz="2200">
                <a:latin typeface="Rubik Black"/>
                <a:ea typeface="Rubik Black"/>
                <a:cs typeface="Rubik Black"/>
                <a:sym typeface="Rubik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70" name="Google Shape;170;p17"/>
          <p:cNvSpPr txBox="1">
            <a:spLocks noGrp="1"/>
          </p:cNvSpPr>
          <p:nvPr>
            <p:ph type="subTitle" idx="8"/>
          </p:nvPr>
        </p:nvSpPr>
        <p:spPr>
          <a:xfrm>
            <a:off x="5862375" y="3711300"/>
            <a:ext cx="2138700" cy="66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22279250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9"/>
        <p:cNvGrpSpPr/>
        <p:nvPr/>
      </p:nvGrpSpPr>
      <p:grpSpPr>
        <a:xfrm>
          <a:off x="0" y="0"/>
          <a:ext cx="0" cy="0"/>
          <a:chOff x="0" y="0"/>
          <a:chExt cx="0" cy="0"/>
        </a:xfrm>
      </p:grpSpPr>
      <p:sp>
        <p:nvSpPr>
          <p:cNvPr id="62" name="Google Shape;62;p7"/>
          <p:cNvSpPr txBox="1">
            <a:spLocks noGrp="1"/>
          </p:cNvSpPr>
          <p:nvPr>
            <p:ph type="ctrTitle"/>
          </p:nvPr>
        </p:nvSpPr>
        <p:spPr>
          <a:xfrm>
            <a:off x="4056950" y="894325"/>
            <a:ext cx="4373700" cy="2206200"/>
          </a:xfrm>
          <a:prstGeom prst="rect">
            <a:avLst/>
          </a:prstGeom>
        </p:spPr>
        <p:txBody>
          <a:bodyPr spcFirstLastPara="1" wrap="square" lIns="91425" tIns="91425" rIns="91425" bIns="91425" anchor="b" anchorCtr="0">
            <a:noAutofit/>
          </a:bodyPr>
          <a:lstStyle>
            <a:lvl1pPr lvl="0" algn="r" rtl="0">
              <a:lnSpc>
                <a:spcPct val="80000"/>
              </a:lnSpc>
              <a:spcBef>
                <a:spcPts val="0"/>
              </a:spcBef>
              <a:spcAft>
                <a:spcPts val="0"/>
              </a:spcAft>
              <a:buSzPts val="5200"/>
              <a:buNone/>
              <a:defRPr sz="4000" b="0">
                <a:solidFill>
                  <a:schemeClr val="lt2"/>
                </a:solidFill>
              </a:defRPr>
            </a:lvl1pPr>
            <a:lvl2pPr lvl="1" algn="l" rtl="0">
              <a:spcBef>
                <a:spcPts val="0"/>
              </a:spcBef>
              <a:spcAft>
                <a:spcPts val="0"/>
              </a:spcAft>
              <a:buSzPts val="5200"/>
              <a:buNone/>
              <a:defRPr sz="5200"/>
            </a:lvl2pPr>
            <a:lvl3pPr lvl="2" algn="l" rtl="0">
              <a:spcBef>
                <a:spcPts val="0"/>
              </a:spcBef>
              <a:spcAft>
                <a:spcPts val="0"/>
              </a:spcAft>
              <a:buSzPts val="5200"/>
              <a:buNone/>
              <a:defRPr sz="5200"/>
            </a:lvl3pPr>
            <a:lvl4pPr lvl="3" algn="l" rtl="0">
              <a:spcBef>
                <a:spcPts val="0"/>
              </a:spcBef>
              <a:spcAft>
                <a:spcPts val="0"/>
              </a:spcAft>
              <a:buSzPts val="5200"/>
              <a:buNone/>
              <a:defRPr sz="5200"/>
            </a:lvl4pPr>
            <a:lvl5pPr lvl="4" algn="l" rtl="0">
              <a:spcBef>
                <a:spcPts val="0"/>
              </a:spcBef>
              <a:spcAft>
                <a:spcPts val="0"/>
              </a:spcAft>
              <a:buSzPts val="5200"/>
              <a:buNone/>
              <a:defRPr sz="5200"/>
            </a:lvl5pPr>
            <a:lvl6pPr lvl="5" algn="l" rtl="0">
              <a:spcBef>
                <a:spcPts val="0"/>
              </a:spcBef>
              <a:spcAft>
                <a:spcPts val="0"/>
              </a:spcAft>
              <a:buSzPts val="5200"/>
              <a:buNone/>
              <a:defRPr sz="5200"/>
            </a:lvl6pPr>
            <a:lvl7pPr lvl="6" algn="l" rtl="0">
              <a:spcBef>
                <a:spcPts val="0"/>
              </a:spcBef>
              <a:spcAft>
                <a:spcPts val="0"/>
              </a:spcAft>
              <a:buSzPts val="5200"/>
              <a:buNone/>
              <a:defRPr sz="5200"/>
            </a:lvl7pPr>
            <a:lvl8pPr lvl="7" algn="l" rtl="0">
              <a:spcBef>
                <a:spcPts val="0"/>
              </a:spcBef>
              <a:spcAft>
                <a:spcPts val="0"/>
              </a:spcAft>
              <a:buSzPts val="5200"/>
              <a:buNone/>
              <a:defRPr sz="5200"/>
            </a:lvl8pPr>
            <a:lvl9pPr lvl="8" algn="l" rtl="0">
              <a:spcBef>
                <a:spcPts val="0"/>
              </a:spcBef>
              <a:spcAft>
                <a:spcPts val="0"/>
              </a:spcAft>
              <a:buSzPts val="5200"/>
              <a:buNone/>
              <a:defRPr sz="5200"/>
            </a:lvl9pPr>
          </a:lstStyle>
          <a:p>
            <a:endParaRPr/>
          </a:p>
        </p:txBody>
      </p:sp>
      <p:sp>
        <p:nvSpPr>
          <p:cNvPr id="64" name="Google Shape;64;p7"/>
          <p:cNvSpPr txBox="1">
            <a:spLocks noGrp="1"/>
          </p:cNvSpPr>
          <p:nvPr>
            <p:ph type="subTitle" idx="1"/>
          </p:nvPr>
        </p:nvSpPr>
        <p:spPr>
          <a:xfrm>
            <a:off x="4057025" y="3100175"/>
            <a:ext cx="4373700" cy="1149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sz="2000">
                <a:latin typeface="Darker Grotesque SemiBold"/>
                <a:ea typeface="Darker Grotesque SemiBold"/>
                <a:cs typeface="Darker Grotesque SemiBold"/>
                <a:sym typeface="Darker Grotesque SemiBold"/>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65" name="Google Shape;65;p7"/>
          <p:cNvSpPr>
            <a:spLocks noGrp="1"/>
          </p:cNvSpPr>
          <p:nvPr>
            <p:ph type="pic" idx="2"/>
          </p:nvPr>
        </p:nvSpPr>
        <p:spPr>
          <a:xfrm rot="-390453">
            <a:off x="-591402" y="-305875"/>
            <a:ext cx="3663504" cy="5681395"/>
          </a:xfrm>
          <a:prstGeom prst="rect">
            <a:avLst/>
          </a:prstGeom>
          <a:noFill/>
          <a:ln>
            <a:noFill/>
          </a:ln>
        </p:spPr>
      </p:sp>
    </p:spTree>
    <p:extLst>
      <p:ext uri="{BB962C8B-B14F-4D97-AF65-F5344CB8AC3E}">
        <p14:creationId xmlns:p14="http://schemas.microsoft.com/office/powerpoint/2010/main" val="31196280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6">
  <p:cSld name="Title and text 6">
    <p:spTree>
      <p:nvGrpSpPr>
        <p:cNvPr id="1" name="Shape 308"/>
        <p:cNvGrpSpPr/>
        <p:nvPr/>
      </p:nvGrpSpPr>
      <p:grpSpPr>
        <a:xfrm>
          <a:off x="0" y="0"/>
          <a:ext cx="0" cy="0"/>
          <a:chOff x="0" y="0"/>
          <a:chExt cx="0" cy="0"/>
        </a:xfrm>
      </p:grpSpPr>
      <p:sp>
        <p:nvSpPr>
          <p:cNvPr id="312" name="Google Shape;312;p31"/>
          <p:cNvSpPr txBox="1">
            <a:spLocks noGrp="1"/>
          </p:cNvSpPr>
          <p:nvPr>
            <p:ph type="ctrTitle"/>
          </p:nvPr>
        </p:nvSpPr>
        <p:spPr>
          <a:xfrm>
            <a:off x="1651075" y="2123575"/>
            <a:ext cx="5841900" cy="1722000"/>
          </a:xfrm>
          <a:prstGeom prst="rect">
            <a:avLst/>
          </a:prstGeom>
        </p:spPr>
        <p:txBody>
          <a:bodyPr spcFirstLastPara="1" wrap="square" lIns="91425" tIns="91425" rIns="91425" bIns="91425" anchor="b" anchorCtr="0">
            <a:noAutofit/>
          </a:bodyPr>
          <a:lstStyle>
            <a:lvl1pPr lvl="0" rtl="0">
              <a:lnSpc>
                <a:spcPct val="80000"/>
              </a:lnSpc>
              <a:spcBef>
                <a:spcPts val="0"/>
              </a:spcBef>
              <a:spcAft>
                <a:spcPts val="0"/>
              </a:spcAft>
              <a:buSzPts val="5200"/>
              <a:buNone/>
              <a:defRPr sz="4000" b="0">
                <a:solidFill>
                  <a:schemeClr val="lt2"/>
                </a:solidFill>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313" name="Google Shape;313;p31"/>
          <p:cNvSpPr txBox="1">
            <a:spLocks noGrp="1"/>
          </p:cNvSpPr>
          <p:nvPr>
            <p:ph type="subTitle" idx="1"/>
          </p:nvPr>
        </p:nvSpPr>
        <p:spPr>
          <a:xfrm>
            <a:off x="713250" y="3845100"/>
            <a:ext cx="7717500" cy="746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000">
                <a:latin typeface="Darker Grotesque SemiBold"/>
                <a:ea typeface="Darker Grotesque SemiBold"/>
                <a:cs typeface="Darker Grotesque SemiBold"/>
                <a:sym typeface="Darker Grotesque SemiBold"/>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14" name="Google Shape;314;p31"/>
          <p:cNvSpPr>
            <a:spLocks noGrp="1"/>
          </p:cNvSpPr>
          <p:nvPr>
            <p:ph type="pic" idx="2"/>
          </p:nvPr>
        </p:nvSpPr>
        <p:spPr>
          <a:xfrm rot="145172">
            <a:off x="-55248" y="-309573"/>
            <a:ext cx="9245242" cy="2136996"/>
          </a:xfrm>
          <a:prstGeom prst="rect">
            <a:avLst/>
          </a:prstGeom>
          <a:noFill/>
          <a:ln>
            <a:noFill/>
          </a:ln>
        </p:spPr>
      </p:sp>
    </p:spTree>
    <p:extLst>
      <p:ext uri="{BB962C8B-B14F-4D97-AF65-F5344CB8AC3E}">
        <p14:creationId xmlns:p14="http://schemas.microsoft.com/office/powerpoint/2010/main" val="24965075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6"/>
        <p:cNvGrpSpPr/>
        <p:nvPr/>
      </p:nvGrpSpPr>
      <p:grpSpPr>
        <a:xfrm>
          <a:off x="0" y="0"/>
          <a:ext cx="0" cy="0"/>
          <a:chOff x="0" y="0"/>
          <a:chExt cx="0" cy="0"/>
        </a:xfrm>
      </p:grpSpPr>
      <p:sp>
        <p:nvSpPr>
          <p:cNvPr id="76" name="Google Shape;76;p8"/>
          <p:cNvSpPr txBox="1">
            <a:spLocks noGrp="1"/>
          </p:cNvSpPr>
          <p:nvPr>
            <p:ph type="ctrTitle"/>
          </p:nvPr>
        </p:nvSpPr>
        <p:spPr>
          <a:xfrm>
            <a:off x="1564800" y="1527600"/>
            <a:ext cx="6014400" cy="2088300"/>
          </a:xfrm>
          <a:prstGeom prst="rect">
            <a:avLst/>
          </a:prstGeom>
        </p:spPr>
        <p:txBody>
          <a:bodyPr spcFirstLastPara="1" wrap="square" lIns="91425" tIns="91425" rIns="91425" bIns="91425" anchor="ctr" anchorCtr="0">
            <a:noAutofit/>
          </a:bodyPr>
          <a:lstStyle>
            <a:lvl1pPr lvl="0" rtl="0">
              <a:lnSpc>
                <a:spcPct val="80000"/>
              </a:lnSpc>
              <a:spcBef>
                <a:spcPts val="0"/>
              </a:spcBef>
              <a:spcAft>
                <a:spcPts val="0"/>
              </a:spcAft>
              <a:buSzPts val="5200"/>
              <a:buNone/>
              <a:defRPr sz="8000" b="0">
                <a:solidFill>
                  <a:schemeClr val="lt2"/>
                </a:solidFill>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Tree>
    <p:extLst>
      <p:ext uri="{BB962C8B-B14F-4D97-AF65-F5344CB8AC3E}">
        <p14:creationId xmlns:p14="http://schemas.microsoft.com/office/powerpoint/2010/main" val="79512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573280"/>
            <a:ext cx="6457950" cy="96977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4350" y="1645920"/>
            <a:ext cx="8115300" cy="30180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46520" y="4767263"/>
            <a:ext cx="2183130"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D982E71A-9B4A-4A22-B917-412DFE61AADC}" type="datetimeFigureOut">
              <a:rPr lang="en-IN" smtClean="0"/>
              <a:t>05-12-2024</a:t>
            </a:fld>
            <a:endParaRPr lang="en-IN"/>
          </a:p>
        </p:txBody>
      </p:sp>
      <p:sp>
        <p:nvSpPr>
          <p:cNvPr id="5" name="Footer Placeholder 4"/>
          <p:cNvSpPr>
            <a:spLocks noGrp="1"/>
          </p:cNvSpPr>
          <p:nvPr>
            <p:ph type="ftr" sz="quarter" idx="3"/>
          </p:nvPr>
        </p:nvSpPr>
        <p:spPr>
          <a:xfrm>
            <a:off x="514350" y="4766884"/>
            <a:ext cx="5829300" cy="273844"/>
          </a:xfrm>
          <a:prstGeom prst="rect">
            <a:avLst/>
          </a:prstGeom>
        </p:spPr>
        <p:txBody>
          <a:bodyPr vert="horz" lIns="91440" tIns="45720" rIns="91440" bIns="45720" rtlCol="0" anchor="ctr"/>
          <a:lstStyle>
            <a:lvl1pPr algn="l">
              <a:defRPr sz="788">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72250" y="285750"/>
            <a:ext cx="2057400"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2861238C-2F25-489A-B336-0242BDB1E177}" type="slidenum">
              <a:rPr lang="en-IN" smtClean="0"/>
              <a:t>‹#›</a:t>
            </a:fld>
            <a:endParaRPr lang="en-IN"/>
          </a:p>
        </p:txBody>
      </p:sp>
    </p:spTree>
    <p:extLst>
      <p:ext uri="{BB962C8B-B14F-4D97-AF65-F5344CB8AC3E}">
        <p14:creationId xmlns:p14="http://schemas.microsoft.com/office/powerpoint/2010/main" val="880119769"/>
      </p:ext>
    </p:extLst>
  </p:cSld>
  <p:clrMap bg1="dk1" tx1="lt1" bg2="dk2" tx2="lt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36" r:id="rId26"/>
    <p:sldLayoutId id="2147483739" r:id="rId27"/>
  </p:sldLayoutIdLst>
  <p:hf sldNum="0" hdr="0" ftr="0" dt="0"/>
  <p:txStyles>
    <p:titleStyle>
      <a:lvl1pPr algn="r" defTabSz="685800" rtl="0" eaLnBrk="1" latinLnBrk="0" hangingPunct="1">
        <a:lnSpc>
          <a:spcPct val="90000"/>
        </a:lnSpc>
        <a:spcBef>
          <a:spcPct val="0"/>
        </a:spcBef>
        <a:buNone/>
        <a:defRPr sz="3000" kern="1200" cap="all" baseline="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65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hyperlink" Target="https://data.world/data-society/nyc-crime-data" TargetMode="External"/><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2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40"/>
          <p:cNvSpPr txBox="1">
            <a:spLocks noGrp="1"/>
          </p:cNvSpPr>
          <p:nvPr>
            <p:ph type="ctrTitle"/>
          </p:nvPr>
        </p:nvSpPr>
        <p:spPr>
          <a:xfrm>
            <a:off x="1028700" y="545805"/>
            <a:ext cx="7086600" cy="2175571"/>
          </a:xfrm>
          <a:prstGeom prst="rect">
            <a:avLst/>
          </a:prstGeom>
        </p:spPr>
        <p:txBody>
          <a:bodyPr spcFirstLastPara="1" wrap="square" lIns="91425" tIns="91425" rIns="91425" bIns="91425" anchor="b" anchorCtr="0">
            <a:noAutofit/>
          </a:bodyPr>
          <a:lstStyle/>
          <a:p>
            <a:pPr marL="0" lvl="0" indent="0" algn="ctr" rtl="0">
              <a:spcBef>
                <a:spcPts val="0"/>
              </a:spcBef>
              <a:spcAft>
                <a:spcPts val="200"/>
              </a:spcAft>
              <a:buNone/>
            </a:pPr>
            <a:r>
              <a:rPr lang="en-US" sz="3600" b="1" dirty="0">
                <a:solidFill>
                  <a:schemeClr val="lt1"/>
                </a:solidFill>
                <a:latin typeface="Times New Roman" panose="02020603050405020304" pitchFamily="18" charset="0"/>
                <a:cs typeface="Times New Roman" panose="02020603050405020304" pitchFamily="18" charset="0"/>
              </a:rPr>
              <a:t>Analysis of NYPD Complaint Data Using Machine Learning Techniques</a:t>
            </a:r>
            <a:endParaRPr lang="en-US" sz="3600" b="1" dirty="0">
              <a:latin typeface="Times New Roman" panose="02020603050405020304" pitchFamily="18" charset="0"/>
              <a:cs typeface="Times New Roman" panose="02020603050405020304" pitchFamily="18" charset="0"/>
            </a:endParaRPr>
          </a:p>
        </p:txBody>
      </p:sp>
      <p:sp>
        <p:nvSpPr>
          <p:cNvPr id="362" name="Google Shape;362;p40"/>
          <p:cNvSpPr txBox="1">
            <a:spLocks noGrp="1"/>
          </p:cNvSpPr>
          <p:nvPr>
            <p:ph type="subTitle" idx="1"/>
          </p:nvPr>
        </p:nvSpPr>
        <p:spPr>
          <a:xfrm>
            <a:off x="2332650" y="3471180"/>
            <a:ext cx="4478700" cy="50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b="1" dirty="0">
                <a:solidFill>
                  <a:srgbClr val="FFF676"/>
                </a:solidFill>
                <a:latin typeface="Times New Roman" panose="02020603050405020304" pitchFamily="18" charset="0"/>
                <a:cs typeface="Times New Roman" panose="02020603050405020304" pitchFamily="18" charset="0"/>
              </a:rPr>
              <a:t>INFO 5810</a:t>
            </a:r>
            <a:endParaRPr sz="2800" b="1" dirty="0">
              <a:solidFill>
                <a:srgbClr val="FFF676"/>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6" name="Google Shape;396;p43"/>
          <p:cNvSpPr txBox="1">
            <a:spLocks noGrp="1"/>
          </p:cNvSpPr>
          <p:nvPr>
            <p:ph type="ctrTitle"/>
          </p:nvPr>
        </p:nvSpPr>
        <p:spPr>
          <a:xfrm>
            <a:off x="1363979" y="245497"/>
            <a:ext cx="4962949" cy="963947"/>
          </a:xfrm>
          <a:prstGeom prst="rect">
            <a:avLst/>
          </a:prstGeom>
        </p:spPr>
        <p:txBody>
          <a:bodyPr spcFirstLastPara="1" wrap="square" lIns="91425" tIns="91425" rIns="91425" bIns="91425" anchor="b" anchorCtr="0">
            <a:noAutofit/>
          </a:bodyPr>
          <a:lstStyle/>
          <a:p>
            <a:pPr marL="0" lvl="0" indent="0" algn="ctr" rtl="0">
              <a:spcBef>
                <a:spcPts val="0"/>
              </a:spcBef>
              <a:spcAft>
                <a:spcPts val="200"/>
              </a:spcAft>
              <a:buNone/>
            </a:pPr>
            <a:r>
              <a:rPr lang="en-US" sz="4000" b="1" dirty="0">
                <a:latin typeface="Times New Roman" panose="02020603050405020304" pitchFamily="18" charset="0"/>
                <a:cs typeface="Times New Roman" panose="02020603050405020304" pitchFamily="18" charset="0"/>
              </a:rPr>
              <a:t>Introduction</a:t>
            </a:r>
            <a:endParaRPr sz="4000" b="1" dirty="0">
              <a:latin typeface="Times New Roman" panose="02020603050405020304" pitchFamily="18" charset="0"/>
              <a:cs typeface="Times New Roman" panose="02020603050405020304" pitchFamily="18" charset="0"/>
            </a:endParaRPr>
          </a:p>
        </p:txBody>
      </p:sp>
      <p:sp>
        <p:nvSpPr>
          <p:cNvPr id="397" name="Google Shape;397;p43"/>
          <p:cNvSpPr txBox="1">
            <a:spLocks noGrp="1"/>
          </p:cNvSpPr>
          <p:nvPr>
            <p:ph type="subTitle" idx="1"/>
          </p:nvPr>
        </p:nvSpPr>
        <p:spPr>
          <a:xfrm>
            <a:off x="213360" y="1474380"/>
            <a:ext cx="8228891" cy="265565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effectLst/>
                <a:latin typeface="Times New Roman" panose="02020603050405020304" pitchFamily="18" charset="0"/>
                <a:cs typeface="Times New Roman" panose="02020603050405020304" pitchFamily="18" charset="0"/>
              </a:rPr>
              <a:t>From the analysis of New York Police Department, the complaint records are used to make new inquiries to a focus in patrolling to areas that consistently have slightly elevated rates depending on time frames, Boroughs and Location axes of the map. Being the most visited city by tourists in America and residents, over 95% of the people travel to work daily. Hence, it is a lively area with high crime rates essential to monitor in order to maintain order in New York city’s public places.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45"/>
          <p:cNvSpPr txBox="1">
            <a:spLocks noGrp="1"/>
          </p:cNvSpPr>
          <p:nvPr>
            <p:ph type="subTitle" idx="1"/>
          </p:nvPr>
        </p:nvSpPr>
        <p:spPr>
          <a:xfrm>
            <a:off x="728340" y="1571700"/>
            <a:ext cx="3733800" cy="238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effectLst/>
                <a:latin typeface="Times New Roman" panose="02020603050405020304" pitchFamily="18" charset="0"/>
                <a:cs typeface="Times New Roman" panose="02020603050405020304" pitchFamily="18" charset="0"/>
              </a:rPr>
              <a:t>The following information pertains to New York region recording of crime complaints data. The problem may be stated as how this data may be employed to improve location prediction of crimes according to complaints.</a:t>
            </a:r>
            <a:endParaRPr dirty="0">
              <a:latin typeface="Times New Roman" panose="02020603050405020304" pitchFamily="18" charset="0"/>
              <a:cs typeface="Times New Roman" panose="02020603050405020304" pitchFamily="18" charset="0"/>
            </a:endParaRPr>
          </a:p>
        </p:txBody>
      </p:sp>
      <p:sp>
        <p:nvSpPr>
          <p:cNvPr id="411" name="Google Shape;411;p45"/>
          <p:cNvSpPr txBox="1">
            <a:spLocks noGrp="1"/>
          </p:cNvSpPr>
          <p:nvPr>
            <p:ph type="ctrTitle"/>
          </p:nvPr>
        </p:nvSpPr>
        <p:spPr>
          <a:xfrm>
            <a:off x="1236205" y="402215"/>
            <a:ext cx="5437200" cy="1087149"/>
          </a:xfrm>
          <a:prstGeom prst="rect">
            <a:avLst/>
          </a:prstGeom>
        </p:spPr>
        <p:txBody>
          <a:bodyPr spcFirstLastPara="1" wrap="square" lIns="91425" tIns="91425" rIns="91425" bIns="91425" anchor="t" anchorCtr="0">
            <a:noAutofit/>
          </a:bodyPr>
          <a:lstStyle/>
          <a:p>
            <a:pPr marL="0" lvl="0" indent="0" algn="ctr" rtl="0">
              <a:spcBef>
                <a:spcPts val="0"/>
              </a:spcBef>
              <a:spcAft>
                <a:spcPts val="200"/>
              </a:spcAft>
              <a:buNone/>
            </a:pPr>
            <a:r>
              <a:rPr lang="en" b="1" dirty="0">
                <a:latin typeface="Times New Roman" panose="02020603050405020304" pitchFamily="18" charset="0"/>
                <a:cs typeface="Times New Roman" panose="02020603050405020304" pitchFamily="18" charset="0"/>
              </a:rPr>
              <a:t>Problems to Solve</a:t>
            </a:r>
            <a:endParaRPr b="1" dirty="0">
              <a:latin typeface="Times New Roman" panose="02020603050405020304" pitchFamily="18" charset="0"/>
              <a:cs typeface="Times New Roman" panose="02020603050405020304" pitchFamily="18" charset="0"/>
            </a:endParaRPr>
          </a:p>
        </p:txBody>
      </p:sp>
      <p:pic>
        <p:nvPicPr>
          <p:cNvPr id="1028" name="Picture 4">
            <a:extLst>
              <a:ext uri="{FF2B5EF4-FFF2-40B4-BE49-F238E27FC236}">
                <a16:creationId xmlns:a16="http://schemas.microsoft.com/office/drawing/2014/main" id="{177C67E6-B9C2-0F4B-87E5-D2FB8D0E26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6820" y="1714500"/>
            <a:ext cx="3733800" cy="2095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2" name="Google Shape;472;p49"/>
          <p:cNvSpPr txBox="1">
            <a:spLocks noGrp="1"/>
          </p:cNvSpPr>
          <p:nvPr>
            <p:ph type="ctrTitle" idx="2"/>
          </p:nvPr>
        </p:nvSpPr>
        <p:spPr>
          <a:xfrm>
            <a:off x="309240" y="580465"/>
            <a:ext cx="4369200" cy="1651200"/>
          </a:xfrm>
          <a:prstGeom prst="rect">
            <a:avLst/>
          </a:prstGeom>
        </p:spPr>
        <p:txBody>
          <a:bodyPr spcFirstLastPara="1" wrap="square" lIns="91425" tIns="91425" rIns="91425" bIns="91425" anchor="b" anchorCtr="0">
            <a:noAutofit/>
          </a:bodyPr>
          <a:lstStyle/>
          <a:p>
            <a:pPr marL="0" lvl="0" indent="0" algn="ctr" rtl="0">
              <a:spcBef>
                <a:spcPts val="0"/>
              </a:spcBef>
              <a:spcAft>
                <a:spcPts val="200"/>
              </a:spcAft>
              <a:buNone/>
            </a:pPr>
            <a:r>
              <a:rPr lang="en-US" dirty="0">
                <a:solidFill>
                  <a:schemeClr val="lt1"/>
                </a:solidFill>
                <a:latin typeface="Times New Roman" panose="02020603050405020304" pitchFamily="18" charset="0"/>
                <a:cs typeface="Times New Roman" panose="02020603050405020304" pitchFamily="18" charset="0"/>
              </a:rPr>
              <a:t>Dataset</a:t>
            </a:r>
            <a:endParaRPr lang="en-US" dirty="0">
              <a:latin typeface="Times New Roman" panose="02020603050405020304" pitchFamily="18" charset="0"/>
              <a:cs typeface="Times New Roman" panose="02020603050405020304" pitchFamily="18" charset="0"/>
            </a:endParaRPr>
          </a:p>
        </p:txBody>
      </p:sp>
      <p:sp>
        <p:nvSpPr>
          <p:cNvPr id="5" name="Subtitle 4">
            <a:extLst>
              <a:ext uri="{FF2B5EF4-FFF2-40B4-BE49-F238E27FC236}">
                <a16:creationId xmlns:a16="http://schemas.microsoft.com/office/drawing/2014/main" id="{49CF3909-EEDC-5819-88C7-A3DD77CB69D6}"/>
              </a:ext>
            </a:extLst>
          </p:cNvPr>
          <p:cNvSpPr>
            <a:spLocks noGrp="1"/>
          </p:cNvSpPr>
          <p:nvPr>
            <p:ph type="subTitle" idx="1"/>
          </p:nvPr>
        </p:nvSpPr>
        <p:spPr>
          <a:xfrm>
            <a:off x="1337940" y="2911836"/>
            <a:ext cx="3462660" cy="1143995"/>
          </a:xfrm>
        </p:spPr>
        <p:txBody>
          <a:bodyPr/>
          <a:lstStyle/>
          <a:p>
            <a:r>
              <a:rPr lang="en-US" sz="2800" b="1" dirty="0">
                <a:solidFill>
                  <a:srgbClr val="FFF676"/>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NYPD Crime complaint records</a:t>
            </a:r>
            <a:endParaRPr lang="en-US" sz="2800" b="1" dirty="0">
              <a:solidFill>
                <a:srgbClr val="FFF676"/>
              </a:solidFill>
              <a:latin typeface="Times New Roman" panose="02020603050405020304" pitchFamily="18" charset="0"/>
              <a:cs typeface="Times New Roman" panose="02020603050405020304" pitchFamily="18" charset="0"/>
            </a:endParaRPr>
          </a:p>
        </p:txBody>
      </p:sp>
      <p:grpSp>
        <p:nvGrpSpPr>
          <p:cNvPr id="6" name="Google Shape;1084;p75">
            <a:extLst>
              <a:ext uri="{FF2B5EF4-FFF2-40B4-BE49-F238E27FC236}">
                <a16:creationId xmlns:a16="http://schemas.microsoft.com/office/drawing/2014/main" id="{FD6CC7CE-BB0D-25BC-1CA7-294081102955}"/>
              </a:ext>
            </a:extLst>
          </p:cNvPr>
          <p:cNvGrpSpPr/>
          <p:nvPr/>
        </p:nvGrpSpPr>
        <p:grpSpPr>
          <a:xfrm>
            <a:off x="1033928" y="3060653"/>
            <a:ext cx="304012" cy="324760"/>
            <a:chOff x="2680268" y="1993853"/>
            <a:chExt cx="304012" cy="324760"/>
          </a:xfrm>
        </p:grpSpPr>
        <p:sp>
          <p:nvSpPr>
            <p:cNvPr id="7" name="Google Shape;1085;p75">
              <a:extLst>
                <a:ext uri="{FF2B5EF4-FFF2-40B4-BE49-F238E27FC236}">
                  <a16:creationId xmlns:a16="http://schemas.microsoft.com/office/drawing/2014/main" id="{EC3C04B5-0C99-946D-5DF2-18CF2CFAEE73}"/>
                </a:ext>
              </a:extLst>
            </p:cNvPr>
            <p:cNvSpPr/>
            <p:nvPr/>
          </p:nvSpPr>
          <p:spPr>
            <a:xfrm>
              <a:off x="2716623" y="2059383"/>
              <a:ext cx="231272" cy="259230"/>
            </a:xfrm>
            <a:custGeom>
              <a:avLst/>
              <a:gdLst/>
              <a:ahLst/>
              <a:cxnLst/>
              <a:rect l="l" t="t" r="r" b="b"/>
              <a:pathLst>
                <a:path w="7602" h="8521" extrusionOk="0">
                  <a:moveTo>
                    <a:pt x="3793" y="625"/>
                  </a:moveTo>
                  <a:cubicBezTo>
                    <a:pt x="4934" y="625"/>
                    <a:pt x="6076" y="1401"/>
                    <a:pt x="6139" y="2954"/>
                  </a:cubicBezTo>
                  <a:lnTo>
                    <a:pt x="6139" y="5416"/>
                  </a:lnTo>
                  <a:lnTo>
                    <a:pt x="1446" y="5416"/>
                  </a:lnTo>
                  <a:lnTo>
                    <a:pt x="1446" y="2954"/>
                  </a:lnTo>
                  <a:cubicBezTo>
                    <a:pt x="1509" y="1401"/>
                    <a:pt x="2651" y="625"/>
                    <a:pt x="3793" y="625"/>
                  </a:cubicBezTo>
                  <a:close/>
                  <a:moveTo>
                    <a:pt x="6442" y="6058"/>
                  </a:moveTo>
                  <a:cubicBezTo>
                    <a:pt x="6745" y="6058"/>
                    <a:pt x="6977" y="6290"/>
                    <a:pt x="6977" y="6594"/>
                  </a:cubicBezTo>
                  <a:lnTo>
                    <a:pt x="6977" y="6665"/>
                  </a:lnTo>
                  <a:lnTo>
                    <a:pt x="625" y="6665"/>
                  </a:lnTo>
                  <a:lnTo>
                    <a:pt x="625" y="6594"/>
                  </a:lnTo>
                  <a:cubicBezTo>
                    <a:pt x="625" y="6290"/>
                    <a:pt x="857" y="6058"/>
                    <a:pt x="1161" y="6058"/>
                  </a:cubicBezTo>
                  <a:close/>
                  <a:moveTo>
                    <a:pt x="6977" y="7290"/>
                  </a:moveTo>
                  <a:lnTo>
                    <a:pt x="6977" y="7896"/>
                  </a:lnTo>
                  <a:lnTo>
                    <a:pt x="625" y="7896"/>
                  </a:lnTo>
                  <a:lnTo>
                    <a:pt x="625" y="7290"/>
                  </a:lnTo>
                  <a:close/>
                  <a:moveTo>
                    <a:pt x="3801" y="1"/>
                  </a:moveTo>
                  <a:cubicBezTo>
                    <a:pt x="2352" y="1"/>
                    <a:pt x="902" y="991"/>
                    <a:pt x="822" y="2972"/>
                  </a:cubicBezTo>
                  <a:lnTo>
                    <a:pt x="822" y="5470"/>
                  </a:lnTo>
                  <a:cubicBezTo>
                    <a:pt x="340" y="5612"/>
                    <a:pt x="1" y="6041"/>
                    <a:pt x="1" y="6558"/>
                  </a:cubicBezTo>
                  <a:lnTo>
                    <a:pt x="1" y="8217"/>
                  </a:lnTo>
                  <a:cubicBezTo>
                    <a:pt x="1" y="8378"/>
                    <a:pt x="144" y="8521"/>
                    <a:pt x="322" y="8521"/>
                  </a:cubicBezTo>
                  <a:lnTo>
                    <a:pt x="7281" y="8521"/>
                  </a:lnTo>
                  <a:cubicBezTo>
                    <a:pt x="7459" y="8521"/>
                    <a:pt x="7602" y="8378"/>
                    <a:pt x="7602" y="8217"/>
                  </a:cubicBezTo>
                  <a:lnTo>
                    <a:pt x="7602" y="6558"/>
                  </a:lnTo>
                  <a:cubicBezTo>
                    <a:pt x="7602" y="6041"/>
                    <a:pt x="7263" y="5612"/>
                    <a:pt x="6781" y="5470"/>
                  </a:cubicBezTo>
                  <a:lnTo>
                    <a:pt x="6781" y="2972"/>
                  </a:lnTo>
                  <a:cubicBezTo>
                    <a:pt x="6701" y="991"/>
                    <a:pt x="5251" y="1"/>
                    <a:pt x="38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86;p75">
              <a:extLst>
                <a:ext uri="{FF2B5EF4-FFF2-40B4-BE49-F238E27FC236}">
                  <a16:creationId xmlns:a16="http://schemas.microsoft.com/office/drawing/2014/main" id="{AC84EF4B-7631-1356-CA0A-F0210EE4EA4D}"/>
                </a:ext>
              </a:extLst>
            </p:cNvPr>
            <p:cNvSpPr/>
            <p:nvPr/>
          </p:nvSpPr>
          <p:spPr>
            <a:xfrm>
              <a:off x="2823041" y="1993853"/>
              <a:ext cx="19014" cy="38758"/>
            </a:xfrm>
            <a:custGeom>
              <a:avLst/>
              <a:gdLst/>
              <a:ahLst/>
              <a:cxnLst/>
              <a:rect l="l" t="t" r="r" b="b"/>
              <a:pathLst>
                <a:path w="625" h="1274" extrusionOk="0">
                  <a:moveTo>
                    <a:pt x="306" y="0"/>
                  </a:moveTo>
                  <a:cubicBezTo>
                    <a:pt x="152" y="0"/>
                    <a:pt x="0" y="103"/>
                    <a:pt x="0" y="308"/>
                  </a:cubicBezTo>
                  <a:lnTo>
                    <a:pt x="0" y="968"/>
                  </a:lnTo>
                  <a:cubicBezTo>
                    <a:pt x="0" y="1137"/>
                    <a:pt x="127" y="1273"/>
                    <a:pt x="306" y="1273"/>
                  </a:cubicBezTo>
                  <a:cubicBezTo>
                    <a:pt x="317" y="1273"/>
                    <a:pt x="328" y="1273"/>
                    <a:pt x="339" y="1272"/>
                  </a:cubicBezTo>
                  <a:cubicBezTo>
                    <a:pt x="500" y="1254"/>
                    <a:pt x="625" y="1111"/>
                    <a:pt x="625" y="950"/>
                  </a:cubicBezTo>
                  <a:lnTo>
                    <a:pt x="625" y="308"/>
                  </a:lnTo>
                  <a:cubicBezTo>
                    <a:pt x="616" y="103"/>
                    <a:pt x="460" y="0"/>
                    <a:pt x="3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87;p75">
              <a:extLst>
                <a:ext uri="{FF2B5EF4-FFF2-40B4-BE49-F238E27FC236}">
                  <a16:creationId xmlns:a16="http://schemas.microsoft.com/office/drawing/2014/main" id="{1980A843-B3DC-4AC2-DA60-E62B396384EB}"/>
                </a:ext>
              </a:extLst>
            </p:cNvPr>
            <p:cNvSpPr/>
            <p:nvPr/>
          </p:nvSpPr>
          <p:spPr>
            <a:xfrm>
              <a:off x="2906611" y="2025888"/>
              <a:ext cx="35321" cy="33252"/>
            </a:xfrm>
            <a:custGeom>
              <a:avLst/>
              <a:gdLst/>
              <a:ahLst/>
              <a:cxnLst/>
              <a:rect l="l" t="t" r="r" b="b"/>
              <a:pathLst>
                <a:path w="1161" h="1093" extrusionOk="0">
                  <a:moveTo>
                    <a:pt x="813" y="0"/>
                  </a:moveTo>
                  <a:cubicBezTo>
                    <a:pt x="732" y="0"/>
                    <a:pt x="652" y="31"/>
                    <a:pt x="590" y="94"/>
                  </a:cubicBezTo>
                  <a:lnTo>
                    <a:pt x="126" y="558"/>
                  </a:lnTo>
                  <a:cubicBezTo>
                    <a:pt x="1" y="683"/>
                    <a:pt x="1" y="879"/>
                    <a:pt x="126" y="986"/>
                  </a:cubicBezTo>
                  <a:cubicBezTo>
                    <a:pt x="197" y="1057"/>
                    <a:pt x="269" y="1093"/>
                    <a:pt x="358" y="1093"/>
                  </a:cubicBezTo>
                  <a:cubicBezTo>
                    <a:pt x="429" y="1093"/>
                    <a:pt x="518" y="1057"/>
                    <a:pt x="572" y="986"/>
                  </a:cubicBezTo>
                  <a:lnTo>
                    <a:pt x="1036" y="540"/>
                  </a:lnTo>
                  <a:cubicBezTo>
                    <a:pt x="1161" y="415"/>
                    <a:pt x="1161" y="219"/>
                    <a:pt x="1036" y="94"/>
                  </a:cubicBezTo>
                  <a:cubicBezTo>
                    <a:pt x="973" y="31"/>
                    <a:pt x="893" y="0"/>
                    <a:pt x="8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88;p75">
              <a:extLst>
                <a:ext uri="{FF2B5EF4-FFF2-40B4-BE49-F238E27FC236}">
                  <a16:creationId xmlns:a16="http://schemas.microsoft.com/office/drawing/2014/main" id="{B2E1FFE3-69D2-6247-C605-713012A596E3}"/>
                </a:ext>
              </a:extLst>
            </p:cNvPr>
            <p:cNvSpPr/>
            <p:nvPr/>
          </p:nvSpPr>
          <p:spPr>
            <a:xfrm>
              <a:off x="2939194" y="2124791"/>
              <a:ext cx="45086" cy="19592"/>
            </a:xfrm>
            <a:custGeom>
              <a:avLst/>
              <a:gdLst/>
              <a:ahLst/>
              <a:cxnLst/>
              <a:rect l="l" t="t" r="r" b="b"/>
              <a:pathLst>
                <a:path w="1482" h="644" extrusionOk="0">
                  <a:moveTo>
                    <a:pt x="411" y="1"/>
                  </a:moveTo>
                  <a:cubicBezTo>
                    <a:pt x="0" y="19"/>
                    <a:pt x="0" y="625"/>
                    <a:pt x="411" y="643"/>
                  </a:cubicBezTo>
                  <a:lnTo>
                    <a:pt x="1071" y="643"/>
                  </a:lnTo>
                  <a:cubicBezTo>
                    <a:pt x="1481" y="625"/>
                    <a:pt x="1481" y="19"/>
                    <a:pt x="10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89;p75">
              <a:extLst>
                <a:ext uri="{FF2B5EF4-FFF2-40B4-BE49-F238E27FC236}">
                  <a16:creationId xmlns:a16="http://schemas.microsoft.com/office/drawing/2014/main" id="{A271DB20-CAD9-2195-45EE-C9516D792DB6}"/>
                </a:ext>
              </a:extLst>
            </p:cNvPr>
            <p:cNvSpPr/>
            <p:nvPr/>
          </p:nvSpPr>
          <p:spPr>
            <a:xfrm>
              <a:off x="2680268" y="2124791"/>
              <a:ext cx="42379" cy="19592"/>
            </a:xfrm>
            <a:custGeom>
              <a:avLst/>
              <a:gdLst/>
              <a:ahLst/>
              <a:cxnLst/>
              <a:rect l="l" t="t" r="r" b="b"/>
              <a:pathLst>
                <a:path w="1393" h="644" extrusionOk="0">
                  <a:moveTo>
                    <a:pt x="411" y="1"/>
                  </a:moveTo>
                  <a:cubicBezTo>
                    <a:pt x="1" y="19"/>
                    <a:pt x="1" y="625"/>
                    <a:pt x="411" y="643"/>
                  </a:cubicBezTo>
                  <a:lnTo>
                    <a:pt x="1071" y="643"/>
                  </a:lnTo>
                  <a:cubicBezTo>
                    <a:pt x="1249" y="643"/>
                    <a:pt x="1392" y="483"/>
                    <a:pt x="1374" y="286"/>
                  </a:cubicBezTo>
                  <a:cubicBezTo>
                    <a:pt x="1357" y="126"/>
                    <a:pt x="1214" y="1"/>
                    <a:pt x="10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90;p75">
              <a:extLst>
                <a:ext uri="{FF2B5EF4-FFF2-40B4-BE49-F238E27FC236}">
                  <a16:creationId xmlns:a16="http://schemas.microsoft.com/office/drawing/2014/main" id="{263D7021-4EC8-806C-CF70-F732241172E9}"/>
                </a:ext>
              </a:extLst>
            </p:cNvPr>
            <p:cNvSpPr/>
            <p:nvPr/>
          </p:nvSpPr>
          <p:spPr>
            <a:xfrm>
              <a:off x="2722616" y="2025888"/>
              <a:ext cx="35290" cy="32856"/>
            </a:xfrm>
            <a:custGeom>
              <a:avLst/>
              <a:gdLst/>
              <a:ahLst/>
              <a:cxnLst/>
              <a:rect l="l" t="t" r="r" b="b"/>
              <a:pathLst>
                <a:path w="1160" h="1080" extrusionOk="0">
                  <a:moveTo>
                    <a:pt x="348" y="0"/>
                  </a:moveTo>
                  <a:cubicBezTo>
                    <a:pt x="268" y="0"/>
                    <a:pt x="188" y="31"/>
                    <a:pt x="125" y="94"/>
                  </a:cubicBezTo>
                  <a:cubicBezTo>
                    <a:pt x="0" y="219"/>
                    <a:pt x="0" y="415"/>
                    <a:pt x="125" y="540"/>
                  </a:cubicBezTo>
                  <a:lnTo>
                    <a:pt x="589" y="986"/>
                  </a:lnTo>
                  <a:cubicBezTo>
                    <a:pt x="651" y="1048"/>
                    <a:pt x="732" y="1080"/>
                    <a:pt x="812" y="1080"/>
                  </a:cubicBezTo>
                  <a:cubicBezTo>
                    <a:pt x="892" y="1080"/>
                    <a:pt x="973" y="1048"/>
                    <a:pt x="1035" y="986"/>
                  </a:cubicBezTo>
                  <a:cubicBezTo>
                    <a:pt x="1160" y="879"/>
                    <a:pt x="1160" y="683"/>
                    <a:pt x="1035" y="558"/>
                  </a:cubicBezTo>
                  <a:lnTo>
                    <a:pt x="571" y="94"/>
                  </a:lnTo>
                  <a:cubicBezTo>
                    <a:pt x="509" y="31"/>
                    <a:pt x="428" y="0"/>
                    <a:pt x="3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91;p75">
              <a:extLst>
                <a:ext uri="{FF2B5EF4-FFF2-40B4-BE49-F238E27FC236}">
                  <a16:creationId xmlns:a16="http://schemas.microsoft.com/office/drawing/2014/main" id="{617D5E9C-C604-0041-BEF6-41EF937148D9}"/>
                </a:ext>
              </a:extLst>
            </p:cNvPr>
            <p:cNvSpPr/>
            <p:nvPr/>
          </p:nvSpPr>
          <p:spPr>
            <a:xfrm>
              <a:off x="2822493" y="2102553"/>
              <a:ext cx="19562" cy="67325"/>
            </a:xfrm>
            <a:custGeom>
              <a:avLst/>
              <a:gdLst/>
              <a:ahLst/>
              <a:cxnLst/>
              <a:rect l="l" t="t" r="r" b="b"/>
              <a:pathLst>
                <a:path w="643" h="2213" extrusionOk="0">
                  <a:moveTo>
                    <a:pt x="321" y="0"/>
                  </a:moveTo>
                  <a:cubicBezTo>
                    <a:pt x="143" y="0"/>
                    <a:pt x="0" y="143"/>
                    <a:pt x="0" y="304"/>
                  </a:cubicBezTo>
                  <a:lnTo>
                    <a:pt x="0" y="1892"/>
                  </a:lnTo>
                  <a:cubicBezTo>
                    <a:pt x="9" y="2106"/>
                    <a:pt x="165" y="2213"/>
                    <a:pt x="321" y="2213"/>
                  </a:cubicBezTo>
                  <a:cubicBezTo>
                    <a:pt x="478" y="2213"/>
                    <a:pt x="634" y="2106"/>
                    <a:pt x="643" y="1892"/>
                  </a:cubicBezTo>
                  <a:lnTo>
                    <a:pt x="643" y="304"/>
                  </a:lnTo>
                  <a:cubicBezTo>
                    <a:pt x="643" y="143"/>
                    <a:pt x="500" y="0"/>
                    <a:pt x="3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92;p75">
              <a:extLst>
                <a:ext uri="{FF2B5EF4-FFF2-40B4-BE49-F238E27FC236}">
                  <a16:creationId xmlns:a16="http://schemas.microsoft.com/office/drawing/2014/main" id="{B93F73D5-ADF0-CCD2-1BD7-0401F8A884DC}"/>
                </a:ext>
              </a:extLst>
            </p:cNvPr>
            <p:cNvSpPr/>
            <p:nvPr/>
          </p:nvSpPr>
          <p:spPr>
            <a:xfrm>
              <a:off x="2822493" y="2188861"/>
              <a:ext cx="19562" cy="19014"/>
            </a:xfrm>
            <a:custGeom>
              <a:avLst/>
              <a:gdLst/>
              <a:ahLst/>
              <a:cxnLst/>
              <a:rect l="l" t="t" r="r" b="b"/>
              <a:pathLst>
                <a:path w="643" h="625" extrusionOk="0">
                  <a:moveTo>
                    <a:pt x="321" y="0"/>
                  </a:moveTo>
                  <a:cubicBezTo>
                    <a:pt x="161" y="0"/>
                    <a:pt x="0" y="143"/>
                    <a:pt x="0" y="321"/>
                  </a:cubicBezTo>
                  <a:cubicBezTo>
                    <a:pt x="18" y="482"/>
                    <a:pt x="143" y="625"/>
                    <a:pt x="321" y="625"/>
                  </a:cubicBezTo>
                  <a:cubicBezTo>
                    <a:pt x="482" y="625"/>
                    <a:pt x="643" y="482"/>
                    <a:pt x="643" y="321"/>
                  </a:cubicBezTo>
                  <a:cubicBezTo>
                    <a:pt x="625" y="143"/>
                    <a:pt x="500" y="0"/>
                    <a:pt x="3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47"/>
          <p:cNvSpPr txBox="1">
            <a:spLocks noGrp="1"/>
          </p:cNvSpPr>
          <p:nvPr>
            <p:ph type="ctr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200"/>
              </a:spcAft>
              <a:buNone/>
            </a:pPr>
            <a:r>
              <a:rPr lang="en" b="1" dirty="0">
                <a:solidFill>
                  <a:schemeClr val="lt1"/>
                </a:solidFill>
                <a:latin typeface="Times New Roman" panose="02020603050405020304" pitchFamily="18" charset="0"/>
                <a:cs typeface="Times New Roman" panose="02020603050405020304" pitchFamily="18" charset="0"/>
              </a:rPr>
              <a:t>Data</a:t>
            </a:r>
            <a:br>
              <a:rPr lang="en" b="1" dirty="0">
                <a:solidFill>
                  <a:schemeClr val="lt1"/>
                </a:solidFill>
                <a:latin typeface="Times New Roman" panose="02020603050405020304" pitchFamily="18" charset="0"/>
                <a:cs typeface="Times New Roman" panose="02020603050405020304" pitchFamily="18" charset="0"/>
              </a:rPr>
            </a:br>
            <a:r>
              <a:rPr lang="en" b="1" dirty="0">
                <a:latin typeface="Times New Roman" panose="02020603050405020304" pitchFamily="18" charset="0"/>
                <a:cs typeface="Times New Roman" panose="02020603050405020304" pitchFamily="18" charset="0"/>
              </a:rPr>
              <a:t>Explanation</a:t>
            </a:r>
            <a:endParaRPr b="1" dirty="0">
              <a:latin typeface="Times New Roman" panose="02020603050405020304" pitchFamily="18" charset="0"/>
              <a:cs typeface="Times New Roman" panose="02020603050405020304" pitchFamily="18" charset="0"/>
            </a:endParaRPr>
          </a:p>
        </p:txBody>
      </p:sp>
      <p:sp>
        <p:nvSpPr>
          <p:cNvPr id="430" name="Google Shape;430;p47"/>
          <p:cNvSpPr txBox="1">
            <a:spLocks noGrp="1"/>
          </p:cNvSpPr>
          <p:nvPr>
            <p:ph type="subTitle" idx="1"/>
          </p:nvPr>
        </p:nvSpPr>
        <p:spPr>
          <a:xfrm>
            <a:off x="857975" y="1764474"/>
            <a:ext cx="7270837" cy="260905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I</a:t>
            </a:r>
            <a:r>
              <a:rPr lang="en-US" b="0" i="0" dirty="0">
                <a:effectLst/>
                <a:latin typeface="Times New Roman" panose="02020603050405020304" pitchFamily="18" charset="0"/>
                <a:cs typeface="Times New Roman" panose="02020603050405020304" pitchFamily="18" charset="0"/>
              </a:rPr>
              <a:t>n this dataset, we have unique complaint number and detail record of the data and time of incident. These categorizes into crime codes by KY_CD and PD_CD with OFNS_DESC and PD_DESC and the status of the complaint with law category and location latitude and longitudes. Raw records of data are found as below are 361740 records and 24 columns.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47"/>
          <p:cNvSpPr txBox="1">
            <a:spLocks noGrp="1"/>
          </p:cNvSpPr>
          <p:nvPr>
            <p:ph type="ctr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200"/>
              </a:spcAft>
              <a:buNone/>
            </a:pPr>
            <a:r>
              <a:rPr lang="en" b="1" dirty="0">
                <a:solidFill>
                  <a:schemeClr val="lt1"/>
                </a:solidFill>
                <a:latin typeface="Times New Roman" panose="02020603050405020304" pitchFamily="18" charset="0"/>
                <a:cs typeface="Times New Roman" panose="02020603050405020304" pitchFamily="18" charset="0"/>
              </a:rPr>
              <a:t>Data</a:t>
            </a:r>
            <a:br>
              <a:rPr lang="en" b="1" dirty="0">
                <a:solidFill>
                  <a:schemeClr val="lt1"/>
                </a:solidFill>
                <a:latin typeface="Times New Roman" panose="02020603050405020304" pitchFamily="18" charset="0"/>
                <a:cs typeface="Times New Roman" panose="02020603050405020304" pitchFamily="18" charset="0"/>
              </a:rPr>
            </a:br>
            <a:r>
              <a:rPr lang="en" b="1" dirty="0">
                <a:latin typeface="Times New Roman" panose="02020603050405020304" pitchFamily="18" charset="0"/>
                <a:cs typeface="Times New Roman" panose="02020603050405020304" pitchFamily="18" charset="0"/>
              </a:rPr>
              <a:t>Preparation</a:t>
            </a:r>
            <a:endParaRPr b="1" dirty="0">
              <a:latin typeface="Times New Roman" panose="02020603050405020304" pitchFamily="18" charset="0"/>
              <a:cs typeface="Times New Roman" panose="02020603050405020304" pitchFamily="18" charset="0"/>
            </a:endParaRPr>
          </a:p>
        </p:txBody>
      </p:sp>
      <p:sp>
        <p:nvSpPr>
          <p:cNvPr id="430" name="Google Shape;430;p47"/>
          <p:cNvSpPr txBox="1">
            <a:spLocks noGrp="1"/>
          </p:cNvSpPr>
          <p:nvPr>
            <p:ph type="subTitle" idx="1"/>
          </p:nvPr>
        </p:nvSpPr>
        <p:spPr>
          <a:xfrm>
            <a:off x="857975" y="1850294"/>
            <a:ext cx="7270837" cy="232546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effectLst/>
                <a:latin typeface="Times New Roman" panose="02020603050405020304" pitchFamily="18" charset="0"/>
                <a:cs typeface="Times New Roman" panose="02020603050405020304" pitchFamily="18" charset="0"/>
              </a:rPr>
              <a:t>This steps comes after deleting all the columns where count was above the - 50% missing values and all the rows that contain missing value in their respective cells in order to reduce on the level of error. Furthermore, other types of data columns such as the created date and time of the appearance of each complaint listing were also excluded as they are redundant.</a:t>
            </a:r>
            <a:endParaRPr lang="en-US" dirty="0">
              <a:latin typeface="Times New Roman" panose="02020603050405020304" pitchFamily="18" charset="0"/>
              <a:cs typeface="Times New Roman" panose="02020603050405020304" pitchFamily="18" charset="0"/>
            </a:endParaRPr>
          </a:p>
        </p:txBody>
      </p:sp>
      <p:grpSp>
        <p:nvGrpSpPr>
          <p:cNvPr id="437" name="Google Shape;437;p47"/>
          <p:cNvGrpSpPr/>
          <p:nvPr/>
        </p:nvGrpSpPr>
        <p:grpSpPr>
          <a:xfrm>
            <a:off x="172862" y="4287674"/>
            <a:ext cx="685114" cy="672810"/>
            <a:chOff x="2666699" y="2518337"/>
            <a:chExt cx="331149" cy="325186"/>
          </a:xfrm>
        </p:grpSpPr>
        <p:sp>
          <p:nvSpPr>
            <p:cNvPr id="438" name="Google Shape;438;p47"/>
            <p:cNvSpPr/>
            <p:nvPr/>
          </p:nvSpPr>
          <p:spPr>
            <a:xfrm>
              <a:off x="2669407" y="2518337"/>
              <a:ext cx="86339" cy="83236"/>
            </a:xfrm>
            <a:custGeom>
              <a:avLst/>
              <a:gdLst/>
              <a:ahLst/>
              <a:cxnLst/>
              <a:rect l="l" t="t" r="r" b="b"/>
              <a:pathLst>
                <a:path w="2838" h="2736" extrusionOk="0">
                  <a:moveTo>
                    <a:pt x="322" y="1"/>
                  </a:moveTo>
                  <a:cubicBezTo>
                    <a:pt x="143" y="1"/>
                    <a:pt x="1" y="143"/>
                    <a:pt x="1" y="322"/>
                  </a:cubicBezTo>
                  <a:lnTo>
                    <a:pt x="1" y="2427"/>
                  </a:lnTo>
                  <a:cubicBezTo>
                    <a:pt x="1" y="2589"/>
                    <a:pt x="132" y="2736"/>
                    <a:pt x="303" y="2736"/>
                  </a:cubicBezTo>
                  <a:cubicBezTo>
                    <a:pt x="321" y="2736"/>
                    <a:pt x="339" y="2734"/>
                    <a:pt x="358" y="2731"/>
                  </a:cubicBezTo>
                  <a:cubicBezTo>
                    <a:pt x="518" y="2713"/>
                    <a:pt x="625" y="2570"/>
                    <a:pt x="625" y="2409"/>
                  </a:cubicBezTo>
                  <a:lnTo>
                    <a:pt x="625" y="625"/>
                  </a:lnTo>
                  <a:lnTo>
                    <a:pt x="2427" y="625"/>
                  </a:lnTo>
                  <a:cubicBezTo>
                    <a:pt x="2838" y="607"/>
                    <a:pt x="2838" y="19"/>
                    <a:pt x="24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7"/>
            <p:cNvSpPr/>
            <p:nvPr/>
          </p:nvSpPr>
          <p:spPr>
            <a:xfrm>
              <a:off x="2669407" y="2760317"/>
              <a:ext cx="86339" cy="83206"/>
            </a:xfrm>
            <a:custGeom>
              <a:avLst/>
              <a:gdLst/>
              <a:ahLst/>
              <a:cxnLst/>
              <a:rect l="l" t="t" r="r" b="b"/>
              <a:pathLst>
                <a:path w="2838" h="2735" extrusionOk="0">
                  <a:moveTo>
                    <a:pt x="320" y="0"/>
                  </a:moveTo>
                  <a:cubicBezTo>
                    <a:pt x="166" y="0"/>
                    <a:pt x="10" y="103"/>
                    <a:pt x="1" y="308"/>
                  </a:cubicBezTo>
                  <a:lnTo>
                    <a:pt x="1" y="2431"/>
                  </a:lnTo>
                  <a:cubicBezTo>
                    <a:pt x="1" y="2592"/>
                    <a:pt x="143" y="2734"/>
                    <a:pt x="322" y="2734"/>
                  </a:cubicBezTo>
                  <a:lnTo>
                    <a:pt x="2427" y="2734"/>
                  </a:lnTo>
                  <a:cubicBezTo>
                    <a:pt x="2838" y="2717"/>
                    <a:pt x="2838" y="2128"/>
                    <a:pt x="2427" y="2110"/>
                  </a:cubicBezTo>
                  <a:lnTo>
                    <a:pt x="625" y="2110"/>
                  </a:lnTo>
                  <a:lnTo>
                    <a:pt x="625" y="308"/>
                  </a:lnTo>
                  <a:cubicBezTo>
                    <a:pt x="625" y="103"/>
                    <a:pt x="473" y="0"/>
                    <a:pt x="3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7"/>
            <p:cNvSpPr/>
            <p:nvPr/>
          </p:nvSpPr>
          <p:spPr>
            <a:xfrm>
              <a:off x="2908254" y="2760409"/>
              <a:ext cx="86339" cy="83114"/>
            </a:xfrm>
            <a:custGeom>
              <a:avLst/>
              <a:gdLst/>
              <a:ahLst/>
              <a:cxnLst/>
              <a:rect l="l" t="t" r="r" b="b"/>
              <a:pathLst>
                <a:path w="2838" h="2732" extrusionOk="0">
                  <a:moveTo>
                    <a:pt x="2529" y="0"/>
                  </a:moveTo>
                  <a:cubicBezTo>
                    <a:pt x="2519" y="0"/>
                    <a:pt x="2509" y="1"/>
                    <a:pt x="2498" y="2"/>
                  </a:cubicBezTo>
                  <a:cubicBezTo>
                    <a:pt x="2338" y="19"/>
                    <a:pt x="2213" y="162"/>
                    <a:pt x="2213" y="323"/>
                  </a:cubicBezTo>
                  <a:lnTo>
                    <a:pt x="2213" y="2107"/>
                  </a:lnTo>
                  <a:lnTo>
                    <a:pt x="429" y="2107"/>
                  </a:lnTo>
                  <a:cubicBezTo>
                    <a:pt x="0" y="2125"/>
                    <a:pt x="0" y="2714"/>
                    <a:pt x="429" y="2731"/>
                  </a:cubicBezTo>
                  <a:lnTo>
                    <a:pt x="2534" y="2731"/>
                  </a:lnTo>
                  <a:cubicBezTo>
                    <a:pt x="2695" y="2731"/>
                    <a:pt x="2837" y="2589"/>
                    <a:pt x="2837" y="2428"/>
                  </a:cubicBezTo>
                  <a:lnTo>
                    <a:pt x="2837" y="305"/>
                  </a:lnTo>
                  <a:cubicBezTo>
                    <a:pt x="2837" y="137"/>
                    <a:pt x="2695" y="0"/>
                    <a:pt x="25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7"/>
            <p:cNvSpPr/>
            <p:nvPr/>
          </p:nvSpPr>
          <p:spPr>
            <a:xfrm>
              <a:off x="2908254" y="2518337"/>
              <a:ext cx="86339" cy="83236"/>
            </a:xfrm>
            <a:custGeom>
              <a:avLst/>
              <a:gdLst/>
              <a:ahLst/>
              <a:cxnLst/>
              <a:rect l="l" t="t" r="r" b="b"/>
              <a:pathLst>
                <a:path w="2838" h="2736" extrusionOk="0">
                  <a:moveTo>
                    <a:pt x="429" y="1"/>
                  </a:moveTo>
                  <a:cubicBezTo>
                    <a:pt x="0" y="19"/>
                    <a:pt x="0" y="607"/>
                    <a:pt x="429" y="625"/>
                  </a:cubicBezTo>
                  <a:lnTo>
                    <a:pt x="2213" y="625"/>
                  </a:lnTo>
                  <a:lnTo>
                    <a:pt x="2213" y="2427"/>
                  </a:lnTo>
                  <a:cubicBezTo>
                    <a:pt x="2222" y="2633"/>
                    <a:pt x="2373" y="2735"/>
                    <a:pt x="2525" y="2735"/>
                  </a:cubicBezTo>
                  <a:cubicBezTo>
                    <a:pt x="2677" y="2735"/>
                    <a:pt x="2828" y="2633"/>
                    <a:pt x="2837" y="2427"/>
                  </a:cubicBezTo>
                  <a:lnTo>
                    <a:pt x="2837" y="322"/>
                  </a:lnTo>
                  <a:cubicBezTo>
                    <a:pt x="2837" y="143"/>
                    <a:pt x="2695" y="1"/>
                    <a:pt x="25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7"/>
            <p:cNvSpPr/>
            <p:nvPr/>
          </p:nvSpPr>
          <p:spPr>
            <a:xfrm>
              <a:off x="2666699" y="2586727"/>
              <a:ext cx="331149" cy="188407"/>
            </a:xfrm>
            <a:custGeom>
              <a:avLst/>
              <a:gdLst/>
              <a:ahLst/>
              <a:cxnLst/>
              <a:rect l="l" t="t" r="r" b="b"/>
              <a:pathLst>
                <a:path w="10885" h="6193" extrusionOk="0">
                  <a:moveTo>
                    <a:pt x="5436" y="2142"/>
                  </a:moveTo>
                  <a:cubicBezTo>
                    <a:pt x="5817" y="2142"/>
                    <a:pt x="6201" y="2356"/>
                    <a:pt x="6352" y="2784"/>
                  </a:cubicBezTo>
                  <a:lnTo>
                    <a:pt x="4532" y="2784"/>
                  </a:lnTo>
                  <a:cubicBezTo>
                    <a:pt x="4675" y="2356"/>
                    <a:pt x="5054" y="2142"/>
                    <a:pt x="5436" y="2142"/>
                  </a:cubicBezTo>
                  <a:close/>
                  <a:moveTo>
                    <a:pt x="5419" y="627"/>
                  </a:moveTo>
                  <a:cubicBezTo>
                    <a:pt x="6820" y="627"/>
                    <a:pt x="8146" y="1471"/>
                    <a:pt x="9065" y="2784"/>
                  </a:cubicBezTo>
                  <a:lnTo>
                    <a:pt x="6995" y="2784"/>
                  </a:lnTo>
                  <a:cubicBezTo>
                    <a:pt x="6816" y="1937"/>
                    <a:pt x="6129" y="1513"/>
                    <a:pt x="5440" y="1513"/>
                  </a:cubicBezTo>
                  <a:cubicBezTo>
                    <a:pt x="4751" y="1513"/>
                    <a:pt x="4060" y="1937"/>
                    <a:pt x="3872" y="2784"/>
                  </a:cubicBezTo>
                  <a:lnTo>
                    <a:pt x="1820" y="2784"/>
                  </a:lnTo>
                  <a:cubicBezTo>
                    <a:pt x="2195" y="2249"/>
                    <a:pt x="2659" y="1767"/>
                    <a:pt x="3159" y="1410"/>
                  </a:cubicBezTo>
                  <a:cubicBezTo>
                    <a:pt x="3899" y="869"/>
                    <a:pt x="4670" y="627"/>
                    <a:pt x="5419" y="627"/>
                  </a:cubicBezTo>
                  <a:close/>
                  <a:moveTo>
                    <a:pt x="6352" y="3409"/>
                  </a:moveTo>
                  <a:cubicBezTo>
                    <a:pt x="6201" y="3846"/>
                    <a:pt x="5817" y="4065"/>
                    <a:pt x="5436" y="4065"/>
                  </a:cubicBezTo>
                  <a:cubicBezTo>
                    <a:pt x="5054" y="4065"/>
                    <a:pt x="4675" y="3846"/>
                    <a:pt x="4532" y="3409"/>
                  </a:cubicBezTo>
                  <a:close/>
                  <a:moveTo>
                    <a:pt x="9065" y="3409"/>
                  </a:moveTo>
                  <a:cubicBezTo>
                    <a:pt x="8690" y="3944"/>
                    <a:pt x="8226" y="4426"/>
                    <a:pt x="7726" y="4783"/>
                  </a:cubicBezTo>
                  <a:cubicBezTo>
                    <a:pt x="6986" y="5324"/>
                    <a:pt x="6215" y="5566"/>
                    <a:pt x="5465" y="5566"/>
                  </a:cubicBezTo>
                  <a:cubicBezTo>
                    <a:pt x="4065" y="5566"/>
                    <a:pt x="2738" y="4722"/>
                    <a:pt x="1820" y="3409"/>
                  </a:cubicBezTo>
                  <a:lnTo>
                    <a:pt x="3872" y="3409"/>
                  </a:lnTo>
                  <a:cubicBezTo>
                    <a:pt x="4060" y="4256"/>
                    <a:pt x="4751" y="4680"/>
                    <a:pt x="5440" y="4680"/>
                  </a:cubicBezTo>
                  <a:cubicBezTo>
                    <a:pt x="6129" y="4680"/>
                    <a:pt x="6816" y="4256"/>
                    <a:pt x="6995" y="3409"/>
                  </a:cubicBezTo>
                  <a:close/>
                  <a:moveTo>
                    <a:pt x="5442" y="1"/>
                  </a:moveTo>
                  <a:cubicBezTo>
                    <a:pt x="3841" y="1"/>
                    <a:pt x="2240" y="929"/>
                    <a:pt x="1071" y="2784"/>
                  </a:cubicBezTo>
                  <a:lnTo>
                    <a:pt x="411" y="2784"/>
                  </a:lnTo>
                  <a:cubicBezTo>
                    <a:pt x="0" y="2802"/>
                    <a:pt x="0" y="3391"/>
                    <a:pt x="411" y="3409"/>
                  </a:cubicBezTo>
                  <a:lnTo>
                    <a:pt x="1071" y="3409"/>
                  </a:lnTo>
                  <a:cubicBezTo>
                    <a:pt x="2240" y="5264"/>
                    <a:pt x="3841" y="6192"/>
                    <a:pt x="5442" y="6192"/>
                  </a:cubicBezTo>
                  <a:cubicBezTo>
                    <a:pt x="7044" y="6192"/>
                    <a:pt x="8645" y="5264"/>
                    <a:pt x="9814" y="3409"/>
                  </a:cubicBezTo>
                  <a:lnTo>
                    <a:pt x="10474" y="3409"/>
                  </a:lnTo>
                  <a:cubicBezTo>
                    <a:pt x="10884" y="3391"/>
                    <a:pt x="10884" y="2802"/>
                    <a:pt x="10474" y="2784"/>
                  </a:cubicBezTo>
                  <a:lnTo>
                    <a:pt x="9814" y="2784"/>
                  </a:lnTo>
                  <a:cubicBezTo>
                    <a:pt x="8645" y="929"/>
                    <a:pt x="7044" y="1"/>
                    <a:pt x="54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670;p65">
            <a:extLst>
              <a:ext uri="{FF2B5EF4-FFF2-40B4-BE49-F238E27FC236}">
                <a16:creationId xmlns:a16="http://schemas.microsoft.com/office/drawing/2014/main" id="{17EEBAAB-5DA0-25F2-C03B-0D3A1A75B32D}"/>
              </a:ext>
            </a:extLst>
          </p:cNvPr>
          <p:cNvGrpSpPr/>
          <p:nvPr/>
        </p:nvGrpSpPr>
        <p:grpSpPr>
          <a:xfrm>
            <a:off x="8073270" y="1264651"/>
            <a:ext cx="830151" cy="664460"/>
            <a:chOff x="3334899" y="3575488"/>
            <a:chExt cx="387613" cy="310249"/>
          </a:xfrm>
        </p:grpSpPr>
        <p:sp>
          <p:nvSpPr>
            <p:cNvPr id="3" name="Google Shape;671;p65">
              <a:extLst>
                <a:ext uri="{FF2B5EF4-FFF2-40B4-BE49-F238E27FC236}">
                  <a16:creationId xmlns:a16="http://schemas.microsoft.com/office/drawing/2014/main" id="{9EF0004C-E954-FDCF-F0AB-AA84FBA43670}"/>
                </a:ext>
              </a:extLst>
            </p:cNvPr>
            <p:cNvSpPr/>
            <p:nvPr/>
          </p:nvSpPr>
          <p:spPr>
            <a:xfrm>
              <a:off x="3334899" y="3575488"/>
              <a:ext cx="387613" cy="310249"/>
            </a:xfrm>
            <a:custGeom>
              <a:avLst/>
              <a:gdLst/>
              <a:ahLst/>
              <a:cxnLst/>
              <a:rect l="l" t="t" r="r" b="b"/>
              <a:pathLst>
                <a:path w="12741" h="10198" extrusionOk="0">
                  <a:moveTo>
                    <a:pt x="6388" y="616"/>
                  </a:moveTo>
                  <a:cubicBezTo>
                    <a:pt x="7459" y="616"/>
                    <a:pt x="8530" y="1347"/>
                    <a:pt x="8583" y="2810"/>
                  </a:cubicBezTo>
                  <a:lnTo>
                    <a:pt x="8583" y="3703"/>
                  </a:lnTo>
                  <a:lnTo>
                    <a:pt x="7477" y="3703"/>
                  </a:lnTo>
                  <a:cubicBezTo>
                    <a:pt x="7316" y="3703"/>
                    <a:pt x="7173" y="3845"/>
                    <a:pt x="7173" y="4006"/>
                  </a:cubicBezTo>
                  <a:lnTo>
                    <a:pt x="7173" y="5130"/>
                  </a:lnTo>
                  <a:cubicBezTo>
                    <a:pt x="6834" y="5380"/>
                    <a:pt x="6567" y="5701"/>
                    <a:pt x="6388" y="6076"/>
                  </a:cubicBezTo>
                  <a:cubicBezTo>
                    <a:pt x="6192" y="5701"/>
                    <a:pt x="5942" y="5380"/>
                    <a:pt x="5603" y="5130"/>
                  </a:cubicBezTo>
                  <a:lnTo>
                    <a:pt x="5603" y="4006"/>
                  </a:lnTo>
                  <a:cubicBezTo>
                    <a:pt x="5603" y="3845"/>
                    <a:pt x="5461" y="3703"/>
                    <a:pt x="5282" y="3703"/>
                  </a:cubicBezTo>
                  <a:lnTo>
                    <a:pt x="4194" y="3703"/>
                  </a:lnTo>
                  <a:lnTo>
                    <a:pt x="4194" y="2810"/>
                  </a:lnTo>
                  <a:cubicBezTo>
                    <a:pt x="4247" y="1347"/>
                    <a:pt x="5318" y="616"/>
                    <a:pt x="6388" y="616"/>
                  </a:cubicBezTo>
                  <a:close/>
                  <a:moveTo>
                    <a:pt x="4979" y="4327"/>
                  </a:moveTo>
                  <a:lnTo>
                    <a:pt x="4979" y="5291"/>
                  </a:lnTo>
                  <a:cubicBezTo>
                    <a:pt x="4979" y="5380"/>
                    <a:pt x="5032" y="5487"/>
                    <a:pt x="5122" y="5540"/>
                  </a:cubicBezTo>
                  <a:cubicBezTo>
                    <a:pt x="6888" y="6772"/>
                    <a:pt x="6032" y="9555"/>
                    <a:pt x="3855" y="9573"/>
                  </a:cubicBezTo>
                  <a:cubicBezTo>
                    <a:pt x="1696" y="9555"/>
                    <a:pt x="839" y="6772"/>
                    <a:pt x="2606" y="5540"/>
                  </a:cubicBezTo>
                  <a:cubicBezTo>
                    <a:pt x="2695" y="5487"/>
                    <a:pt x="2749" y="5380"/>
                    <a:pt x="2749" y="5291"/>
                  </a:cubicBezTo>
                  <a:lnTo>
                    <a:pt x="2749" y="4327"/>
                  </a:lnTo>
                  <a:close/>
                  <a:moveTo>
                    <a:pt x="10028" y="4327"/>
                  </a:moveTo>
                  <a:lnTo>
                    <a:pt x="10028" y="5291"/>
                  </a:lnTo>
                  <a:cubicBezTo>
                    <a:pt x="10028" y="5380"/>
                    <a:pt x="10082" y="5487"/>
                    <a:pt x="10171" y="5540"/>
                  </a:cubicBezTo>
                  <a:cubicBezTo>
                    <a:pt x="11937" y="6772"/>
                    <a:pt x="11081" y="9555"/>
                    <a:pt x="8904" y="9573"/>
                  </a:cubicBezTo>
                  <a:cubicBezTo>
                    <a:pt x="6745" y="9555"/>
                    <a:pt x="5889" y="6772"/>
                    <a:pt x="7655" y="5540"/>
                  </a:cubicBezTo>
                  <a:cubicBezTo>
                    <a:pt x="7744" y="5487"/>
                    <a:pt x="7798" y="5380"/>
                    <a:pt x="7798" y="5291"/>
                  </a:cubicBezTo>
                  <a:lnTo>
                    <a:pt x="7798" y="4327"/>
                  </a:lnTo>
                  <a:close/>
                  <a:moveTo>
                    <a:pt x="6386" y="0"/>
                  </a:moveTo>
                  <a:cubicBezTo>
                    <a:pt x="5010" y="0"/>
                    <a:pt x="3632" y="937"/>
                    <a:pt x="3551" y="2810"/>
                  </a:cubicBezTo>
                  <a:lnTo>
                    <a:pt x="3551" y="3703"/>
                  </a:lnTo>
                  <a:lnTo>
                    <a:pt x="2427" y="3703"/>
                  </a:lnTo>
                  <a:cubicBezTo>
                    <a:pt x="2267" y="3703"/>
                    <a:pt x="2124" y="3845"/>
                    <a:pt x="2124" y="4006"/>
                  </a:cubicBezTo>
                  <a:lnTo>
                    <a:pt x="2124" y="5130"/>
                  </a:lnTo>
                  <a:cubicBezTo>
                    <a:pt x="1" y="6772"/>
                    <a:pt x="1178" y="10179"/>
                    <a:pt x="3855" y="10197"/>
                  </a:cubicBezTo>
                  <a:cubicBezTo>
                    <a:pt x="4961" y="10197"/>
                    <a:pt x="5907" y="9573"/>
                    <a:pt x="6371" y="8663"/>
                  </a:cubicBezTo>
                  <a:cubicBezTo>
                    <a:pt x="6852" y="9573"/>
                    <a:pt x="7798" y="10197"/>
                    <a:pt x="8886" y="10197"/>
                  </a:cubicBezTo>
                  <a:cubicBezTo>
                    <a:pt x="11581" y="10179"/>
                    <a:pt x="12740" y="6772"/>
                    <a:pt x="10635" y="5130"/>
                  </a:cubicBezTo>
                  <a:lnTo>
                    <a:pt x="10635" y="4006"/>
                  </a:lnTo>
                  <a:cubicBezTo>
                    <a:pt x="10635" y="3845"/>
                    <a:pt x="10492" y="3703"/>
                    <a:pt x="10314" y="3703"/>
                  </a:cubicBezTo>
                  <a:lnTo>
                    <a:pt x="9208" y="3703"/>
                  </a:lnTo>
                  <a:lnTo>
                    <a:pt x="9208" y="2810"/>
                  </a:lnTo>
                  <a:cubicBezTo>
                    <a:pt x="9136" y="937"/>
                    <a:pt x="7762" y="0"/>
                    <a:pt x="63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672;p65">
              <a:extLst>
                <a:ext uri="{FF2B5EF4-FFF2-40B4-BE49-F238E27FC236}">
                  <a16:creationId xmlns:a16="http://schemas.microsoft.com/office/drawing/2014/main" id="{3627067E-FD3B-DA02-6808-B9524487216B}"/>
                </a:ext>
              </a:extLst>
            </p:cNvPr>
            <p:cNvSpPr/>
            <p:nvPr/>
          </p:nvSpPr>
          <p:spPr>
            <a:xfrm>
              <a:off x="3558018" y="3751635"/>
              <a:ext cx="95557" cy="95009"/>
            </a:xfrm>
            <a:custGeom>
              <a:avLst/>
              <a:gdLst/>
              <a:ahLst/>
              <a:cxnLst/>
              <a:rect l="l" t="t" r="r" b="b"/>
              <a:pathLst>
                <a:path w="3141" h="3123" extrusionOk="0">
                  <a:moveTo>
                    <a:pt x="1570" y="634"/>
                  </a:moveTo>
                  <a:cubicBezTo>
                    <a:pt x="2030" y="634"/>
                    <a:pt x="2489" y="946"/>
                    <a:pt x="2516" y="1570"/>
                  </a:cubicBezTo>
                  <a:cubicBezTo>
                    <a:pt x="2516" y="2088"/>
                    <a:pt x="2088" y="2516"/>
                    <a:pt x="1570" y="2516"/>
                  </a:cubicBezTo>
                  <a:cubicBezTo>
                    <a:pt x="1053" y="2516"/>
                    <a:pt x="625" y="2088"/>
                    <a:pt x="625" y="1570"/>
                  </a:cubicBezTo>
                  <a:cubicBezTo>
                    <a:pt x="651" y="946"/>
                    <a:pt x="1111" y="634"/>
                    <a:pt x="1570" y="634"/>
                  </a:cubicBezTo>
                  <a:close/>
                  <a:moveTo>
                    <a:pt x="1570" y="0"/>
                  </a:moveTo>
                  <a:cubicBezTo>
                    <a:pt x="696" y="0"/>
                    <a:pt x="0" y="696"/>
                    <a:pt x="0" y="1570"/>
                  </a:cubicBezTo>
                  <a:cubicBezTo>
                    <a:pt x="45" y="2605"/>
                    <a:pt x="807" y="3123"/>
                    <a:pt x="1570" y="3123"/>
                  </a:cubicBezTo>
                  <a:cubicBezTo>
                    <a:pt x="2333" y="3123"/>
                    <a:pt x="3096" y="2605"/>
                    <a:pt x="3140" y="1570"/>
                  </a:cubicBezTo>
                  <a:cubicBezTo>
                    <a:pt x="3140" y="696"/>
                    <a:pt x="2427" y="0"/>
                    <a:pt x="15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673;p65">
              <a:extLst>
                <a:ext uri="{FF2B5EF4-FFF2-40B4-BE49-F238E27FC236}">
                  <a16:creationId xmlns:a16="http://schemas.microsoft.com/office/drawing/2014/main" id="{C4063EF6-0C87-30B7-8811-8490B9B6A01D}"/>
                </a:ext>
              </a:extLst>
            </p:cNvPr>
            <p:cNvSpPr/>
            <p:nvPr/>
          </p:nvSpPr>
          <p:spPr>
            <a:xfrm>
              <a:off x="3596016" y="3717440"/>
              <a:ext cx="19562" cy="19014"/>
            </a:xfrm>
            <a:custGeom>
              <a:avLst/>
              <a:gdLst/>
              <a:ahLst/>
              <a:cxnLst/>
              <a:rect l="l" t="t" r="r" b="b"/>
              <a:pathLst>
                <a:path w="643" h="625" extrusionOk="0">
                  <a:moveTo>
                    <a:pt x="321" y="0"/>
                  </a:moveTo>
                  <a:cubicBezTo>
                    <a:pt x="161" y="0"/>
                    <a:pt x="0" y="143"/>
                    <a:pt x="0" y="321"/>
                  </a:cubicBezTo>
                  <a:cubicBezTo>
                    <a:pt x="18" y="482"/>
                    <a:pt x="143" y="625"/>
                    <a:pt x="321" y="625"/>
                  </a:cubicBezTo>
                  <a:cubicBezTo>
                    <a:pt x="482" y="625"/>
                    <a:pt x="642" y="482"/>
                    <a:pt x="642" y="321"/>
                  </a:cubicBezTo>
                  <a:cubicBezTo>
                    <a:pt x="625" y="143"/>
                    <a:pt x="500" y="0"/>
                    <a:pt x="3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74;p65">
              <a:extLst>
                <a:ext uri="{FF2B5EF4-FFF2-40B4-BE49-F238E27FC236}">
                  <a16:creationId xmlns:a16="http://schemas.microsoft.com/office/drawing/2014/main" id="{EF74BC85-C390-ECB4-769E-8A19410F089B}"/>
                </a:ext>
              </a:extLst>
            </p:cNvPr>
            <p:cNvSpPr/>
            <p:nvPr/>
          </p:nvSpPr>
          <p:spPr>
            <a:xfrm>
              <a:off x="3404932" y="3751635"/>
              <a:ext cx="95557" cy="95009"/>
            </a:xfrm>
            <a:custGeom>
              <a:avLst/>
              <a:gdLst/>
              <a:ahLst/>
              <a:cxnLst/>
              <a:rect l="l" t="t" r="r" b="b"/>
              <a:pathLst>
                <a:path w="3141" h="3123" extrusionOk="0">
                  <a:moveTo>
                    <a:pt x="1571" y="634"/>
                  </a:moveTo>
                  <a:cubicBezTo>
                    <a:pt x="2030" y="634"/>
                    <a:pt x="2489" y="946"/>
                    <a:pt x="2516" y="1570"/>
                  </a:cubicBezTo>
                  <a:cubicBezTo>
                    <a:pt x="2516" y="2088"/>
                    <a:pt x="2088" y="2516"/>
                    <a:pt x="1571" y="2516"/>
                  </a:cubicBezTo>
                  <a:cubicBezTo>
                    <a:pt x="1053" y="2516"/>
                    <a:pt x="625" y="2088"/>
                    <a:pt x="625" y="1570"/>
                  </a:cubicBezTo>
                  <a:cubicBezTo>
                    <a:pt x="652" y="946"/>
                    <a:pt x="1111" y="634"/>
                    <a:pt x="1571" y="634"/>
                  </a:cubicBezTo>
                  <a:close/>
                  <a:moveTo>
                    <a:pt x="1571" y="0"/>
                  </a:moveTo>
                  <a:cubicBezTo>
                    <a:pt x="696" y="0"/>
                    <a:pt x="0" y="696"/>
                    <a:pt x="0" y="1570"/>
                  </a:cubicBezTo>
                  <a:cubicBezTo>
                    <a:pt x="45" y="2605"/>
                    <a:pt x="808" y="3123"/>
                    <a:pt x="1571" y="3123"/>
                  </a:cubicBezTo>
                  <a:cubicBezTo>
                    <a:pt x="2333" y="3123"/>
                    <a:pt x="3096" y="2605"/>
                    <a:pt x="3141" y="1570"/>
                  </a:cubicBezTo>
                  <a:cubicBezTo>
                    <a:pt x="3141" y="696"/>
                    <a:pt x="2427" y="0"/>
                    <a:pt x="15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75;p65">
              <a:extLst>
                <a:ext uri="{FF2B5EF4-FFF2-40B4-BE49-F238E27FC236}">
                  <a16:creationId xmlns:a16="http://schemas.microsoft.com/office/drawing/2014/main" id="{3B21A7D2-1161-21AB-05C9-5981C2303821}"/>
                </a:ext>
              </a:extLst>
            </p:cNvPr>
            <p:cNvSpPr/>
            <p:nvPr/>
          </p:nvSpPr>
          <p:spPr>
            <a:xfrm>
              <a:off x="3442930" y="3717440"/>
              <a:ext cx="19562" cy="19014"/>
            </a:xfrm>
            <a:custGeom>
              <a:avLst/>
              <a:gdLst/>
              <a:ahLst/>
              <a:cxnLst/>
              <a:rect l="l" t="t" r="r" b="b"/>
              <a:pathLst>
                <a:path w="643" h="625" extrusionOk="0">
                  <a:moveTo>
                    <a:pt x="322" y="0"/>
                  </a:moveTo>
                  <a:cubicBezTo>
                    <a:pt x="161" y="0"/>
                    <a:pt x="0" y="143"/>
                    <a:pt x="0" y="321"/>
                  </a:cubicBezTo>
                  <a:cubicBezTo>
                    <a:pt x="18" y="482"/>
                    <a:pt x="143" y="625"/>
                    <a:pt x="322" y="625"/>
                  </a:cubicBezTo>
                  <a:cubicBezTo>
                    <a:pt x="482" y="625"/>
                    <a:pt x="643" y="482"/>
                    <a:pt x="625" y="321"/>
                  </a:cubicBezTo>
                  <a:cubicBezTo>
                    <a:pt x="625" y="143"/>
                    <a:pt x="500" y="0"/>
                    <a:pt x="3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83406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48"/>
          <p:cNvSpPr txBox="1">
            <a:spLocks noGrp="1"/>
          </p:cNvSpPr>
          <p:nvPr>
            <p:ph type="ctrTitle"/>
          </p:nvPr>
        </p:nvSpPr>
        <p:spPr>
          <a:xfrm>
            <a:off x="2038261" y="196475"/>
            <a:ext cx="4698900" cy="1083600"/>
          </a:xfrm>
          <a:prstGeom prst="rect">
            <a:avLst/>
          </a:prstGeom>
        </p:spPr>
        <p:txBody>
          <a:bodyPr spcFirstLastPara="1" wrap="square" lIns="91425" tIns="91425" rIns="91425" bIns="91425" anchor="t" anchorCtr="0">
            <a:noAutofit/>
          </a:bodyPr>
          <a:lstStyle/>
          <a:p>
            <a:pPr marL="0" lvl="0" indent="0" algn="ctr" rtl="0">
              <a:spcBef>
                <a:spcPts val="0"/>
              </a:spcBef>
              <a:spcAft>
                <a:spcPts val="200"/>
              </a:spcAft>
              <a:buNone/>
            </a:pPr>
            <a:r>
              <a:rPr lang="en" dirty="0">
                <a:solidFill>
                  <a:schemeClr val="lt1"/>
                </a:solidFill>
                <a:latin typeface="Times New Roman" panose="02020603050405020304" pitchFamily="18" charset="0"/>
                <a:cs typeface="Times New Roman" panose="02020603050405020304" pitchFamily="18" charset="0"/>
              </a:rPr>
              <a:t>Exploratory Data Analysis</a:t>
            </a:r>
            <a:endParaRPr dirty="0">
              <a:latin typeface="Times New Roman" panose="02020603050405020304" pitchFamily="18" charset="0"/>
              <a:cs typeface="Times New Roman" panose="02020603050405020304" pitchFamily="18" charset="0"/>
            </a:endParaRPr>
          </a:p>
        </p:txBody>
      </p:sp>
      <p:sp>
        <p:nvSpPr>
          <p:cNvPr id="448" name="Google Shape;448;p48"/>
          <p:cNvSpPr txBox="1">
            <a:spLocks noGrp="1"/>
          </p:cNvSpPr>
          <p:nvPr>
            <p:ph type="subTitle" idx="1"/>
          </p:nvPr>
        </p:nvSpPr>
        <p:spPr>
          <a:prstGeom prst="rect">
            <a:avLst/>
          </a:prstGeom>
        </p:spPr>
        <p:txBody>
          <a:bodyPr spcFirstLastPara="1" wrap="square" lIns="91425" tIns="91425" rIns="91425" bIns="91425" anchor="b" anchorCtr="0">
            <a:noAutofit/>
          </a:bodyPr>
          <a:lstStyle/>
          <a:p>
            <a:pPr marL="0" lvl="0" indent="0" algn="ctr" rtl="0">
              <a:spcBef>
                <a:spcPts val="0"/>
              </a:spcBef>
              <a:spcAft>
                <a:spcPts val="1200"/>
              </a:spcAft>
              <a:buNone/>
            </a:pPr>
            <a:r>
              <a:rPr lang="en" b="1" dirty="0">
                <a:latin typeface="Times New Roman" panose="02020603050405020304" pitchFamily="18" charset="0"/>
                <a:cs typeface="Times New Roman" panose="02020603050405020304" pitchFamily="18" charset="0"/>
              </a:rPr>
              <a:t>Bar chart</a:t>
            </a:r>
            <a:endParaRPr b="1" dirty="0">
              <a:latin typeface="Times New Roman" panose="02020603050405020304" pitchFamily="18" charset="0"/>
              <a:cs typeface="Times New Roman" panose="02020603050405020304" pitchFamily="18" charset="0"/>
            </a:endParaRPr>
          </a:p>
        </p:txBody>
      </p:sp>
      <p:sp>
        <p:nvSpPr>
          <p:cNvPr id="449" name="Google Shape;449;p48"/>
          <p:cNvSpPr txBox="1">
            <a:spLocks noGrp="1"/>
          </p:cNvSpPr>
          <p:nvPr>
            <p:ph type="sub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Complaints based on Borough  Names</a:t>
            </a:r>
            <a:endParaRPr dirty="0">
              <a:latin typeface="Times New Roman" panose="02020603050405020304" pitchFamily="18" charset="0"/>
              <a:cs typeface="Times New Roman" panose="02020603050405020304" pitchFamily="18" charset="0"/>
            </a:endParaRPr>
          </a:p>
        </p:txBody>
      </p:sp>
      <p:sp>
        <p:nvSpPr>
          <p:cNvPr id="450" name="Google Shape;450;p48"/>
          <p:cNvSpPr txBox="1">
            <a:spLocks noGrp="1"/>
          </p:cNvSpPr>
          <p:nvPr>
            <p:ph type="subTitle" idx="3"/>
          </p:nvPr>
        </p:nvSpPr>
        <p:spPr>
          <a:prstGeom prst="rect">
            <a:avLst/>
          </a:prstGeom>
        </p:spPr>
        <p:txBody>
          <a:bodyPr spcFirstLastPara="1" wrap="square" lIns="91425" tIns="91425" rIns="91425" bIns="91425" anchor="b" anchorCtr="0">
            <a:noAutofit/>
          </a:bodyPr>
          <a:lstStyle/>
          <a:p>
            <a:pPr marL="0" lvl="0" indent="0" algn="ctr" rtl="0">
              <a:spcBef>
                <a:spcPts val="0"/>
              </a:spcBef>
              <a:spcAft>
                <a:spcPts val="1200"/>
              </a:spcAft>
              <a:buNone/>
            </a:pPr>
            <a:r>
              <a:rPr lang="en" b="1" dirty="0">
                <a:latin typeface="Times New Roman" panose="02020603050405020304" pitchFamily="18" charset="0"/>
                <a:cs typeface="Times New Roman" panose="02020603050405020304" pitchFamily="18" charset="0"/>
              </a:rPr>
              <a:t>Pie Chart</a:t>
            </a:r>
            <a:endParaRPr b="1" dirty="0">
              <a:latin typeface="Times New Roman" panose="02020603050405020304" pitchFamily="18" charset="0"/>
              <a:cs typeface="Times New Roman" panose="02020603050405020304" pitchFamily="18" charset="0"/>
            </a:endParaRPr>
          </a:p>
        </p:txBody>
      </p:sp>
      <p:sp>
        <p:nvSpPr>
          <p:cNvPr id="451" name="Google Shape;451;p48"/>
          <p:cNvSpPr txBox="1">
            <a:spLocks noGrp="1"/>
          </p:cNvSpPr>
          <p:nvPr>
            <p:ph type="subTitle" idx="4"/>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Offensive description</a:t>
            </a:r>
            <a:endParaRPr dirty="0">
              <a:latin typeface="Times New Roman" panose="02020603050405020304" pitchFamily="18" charset="0"/>
              <a:cs typeface="Times New Roman" panose="02020603050405020304" pitchFamily="18" charset="0"/>
            </a:endParaRPr>
          </a:p>
        </p:txBody>
      </p:sp>
      <p:sp>
        <p:nvSpPr>
          <p:cNvPr id="452" name="Google Shape;452;p48"/>
          <p:cNvSpPr txBox="1">
            <a:spLocks noGrp="1"/>
          </p:cNvSpPr>
          <p:nvPr>
            <p:ph type="subTitle" idx="5"/>
          </p:nvPr>
        </p:nvSpPr>
        <p:spPr>
          <a:xfrm>
            <a:off x="5975308" y="3052638"/>
            <a:ext cx="2862961" cy="443700"/>
          </a:xfrm>
          <a:prstGeom prst="rect">
            <a:avLst/>
          </a:prstGeom>
        </p:spPr>
        <p:txBody>
          <a:bodyPr spcFirstLastPara="1" wrap="square" lIns="91425" tIns="91425" rIns="91425" bIns="91425" anchor="b" anchorCtr="0">
            <a:noAutofit/>
          </a:bodyPr>
          <a:lstStyle/>
          <a:p>
            <a:pPr marL="0" lvl="0" indent="0" algn="ctr" rtl="0">
              <a:spcBef>
                <a:spcPts val="0"/>
              </a:spcBef>
              <a:spcAft>
                <a:spcPts val="1200"/>
              </a:spcAft>
              <a:buNone/>
            </a:pPr>
            <a:r>
              <a:rPr lang="en" b="1" dirty="0">
                <a:latin typeface="Times New Roman" panose="02020603050405020304" pitchFamily="18" charset="0"/>
                <a:cs typeface="Times New Roman" panose="02020603050405020304" pitchFamily="18" charset="0"/>
              </a:rPr>
              <a:t>S</a:t>
            </a:r>
            <a:r>
              <a:rPr lang="en-US" b="1" dirty="0">
                <a:latin typeface="Times New Roman" panose="02020603050405020304" pitchFamily="18" charset="0"/>
                <a:cs typeface="Times New Roman" panose="02020603050405020304" pitchFamily="18" charset="0"/>
              </a:rPr>
              <a:t>tacked bar chart</a:t>
            </a:r>
            <a:endParaRPr b="1" dirty="0">
              <a:latin typeface="Times New Roman" panose="02020603050405020304" pitchFamily="18" charset="0"/>
              <a:cs typeface="Times New Roman" panose="02020603050405020304" pitchFamily="18" charset="0"/>
            </a:endParaRPr>
          </a:p>
        </p:txBody>
      </p:sp>
      <p:sp>
        <p:nvSpPr>
          <p:cNvPr id="453" name="Google Shape;453;p48"/>
          <p:cNvSpPr txBox="1">
            <a:spLocks noGrp="1"/>
          </p:cNvSpPr>
          <p:nvPr>
            <p:ph type="subTitle" idx="6"/>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Outcome of the law Category</a:t>
            </a:r>
            <a:endParaRPr dirty="0">
              <a:latin typeface="Times New Roman" panose="02020603050405020304" pitchFamily="18" charset="0"/>
              <a:cs typeface="Times New Roman" panose="02020603050405020304" pitchFamily="18" charset="0"/>
            </a:endParaRPr>
          </a:p>
        </p:txBody>
      </p:sp>
      <p:grpSp>
        <p:nvGrpSpPr>
          <p:cNvPr id="454" name="Google Shape;454;p48"/>
          <p:cNvGrpSpPr/>
          <p:nvPr/>
        </p:nvGrpSpPr>
        <p:grpSpPr>
          <a:xfrm>
            <a:off x="4230874" y="2186892"/>
            <a:ext cx="685096" cy="565830"/>
            <a:chOff x="6151049" y="2020594"/>
            <a:chExt cx="328441" cy="271277"/>
          </a:xfrm>
        </p:grpSpPr>
        <p:sp>
          <p:nvSpPr>
            <p:cNvPr id="455" name="Google Shape;455;p48"/>
            <p:cNvSpPr/>
            <p:nvPr/>
          </p:nvSpPr>
          <p:spPr>
            <a:xfrm>
              <a:off x="6329082" y="2020594"/>
              <a:ext cx="150409" cy="271277"/>
            </a:xfrm>
            <a:custGeom>
              <a:avLst/>
              <a:gdLst/>
              <a:ahLst/>
              <a:cxnLst/>
              <a:rect l="l" t="t" r="r" b="b"/>
              <a:pathLst>
                <a:path w="4944" h="8917" extrusionOk="0">
                  <a:moveTo>
                    <a:pt x="2035" y="625"/>
                  </a:moveTo>
                  <a:cubicBezTo>
                    <a:pt x="2481" y="625"/>
                    <a:pt x="2927" y="749"/>
                    <a:pt x="3284" y="964"/>
                  </a:cubicBezTo>
                  <a:cubicBezTo>
                    <a:pt x="3890" y="1356"/>
                    <a:pt x="4265" y="2052"/>
                    <a:pt x="4283" y="2784"/>
                  </a:cubicBezTo>
                  <a:lnTo>
                    <a:pt x="3230" y="2784"/>
                  </a:lnTo>
                  <a:cubicBezTo>
                    <a:pt x="2820" y="2801"/>
                    <a:pt x="2820" y="3390"/>
                    <a:pt x="3230" y="3408"/>
                  </a:cubicBezTo>
                  <a:lnTo>
                    <a:pt x="4194" y="3408"/>
                  </a:lnTo>
                  <a:lnTo>
                    <a:pt x="4051" y="4247"/>
                  </a:lnTo>
                  <a:cubicBezTo>
                    <a:pt x="3998" y="4532"/>
                    <a:pt x="3944" y="4818"/>
                    <a:pt x="3890" y="5103"/>
                  </a:cubicBezTo>
                  <a:lnTo>
                    <a:pt x="3855" y="5246"/>
                  </a:lnTo>
                  <a:cubicBezTo>
                    <a:pt x="3855" y="5317"/>
                    <a:pt x="3837" y="5389"/>
                    <a:pt x="3837" y="5442"/>
                  </a:cubicBezTo>
                  <a:lnTo>
                    <a:pt x="1000" y="5442"/>
                  </a:lnTo>
                  <a:cubicBezTo>
                    <a:pt x="1000" y="5353"/>
                    <a:pt x="982" y="5264"/>
                    <a:pt x="964" y="5174"/>
                  </a:cubicBezTo>
                  <a:cubicBezTo>
                    <a:pt x="893" y="4835"/>
                    <a:pt x="822" y="4479"/>
                    <a:pt x="768" y="4086"/>
                  </a:cubicBezTo>
                  <a:lnTo>
                    <a:pt x="1767" y="4086"/>
                  </a:lnTo>
                  <a:cubicBezTo>
                    <a:pt x="2178" y="4068"/>
                    <a:pt x="2178" y="3479"/>
                    <a:pt x="1767" y="3462"/>
                  </a:cubicBezTo>
                  <a:lnTo>
                    <a:pt x="679" y="3462"/>
                  </a:lnTo>
                  <a:cubicBezTo>
                    <a:pt x="661" y="3212"/>
                    <a:pt x="643" y="2962"/>
                    <a:pt x="643" y="2712"/>
                  </a:cubicBezTo>
                  <a:lnTo>
                    <a:pt x="1767" y="2712"/>
                  </a:lnTo>
                  <a:cubicBezTo>
                    <a:pt x="2178" y="2694"/>
                    <a:pt x="2178" y="2105"/>
                    <a:pt x="1767" y="2088"/>
                  </a:cubicBezTo>
                  <a:lnTo>
                    <a:pt x="643" y="2088"/>
                  </a:lnTo>
                  <a:cubicBezTo>
                    <a:pt x="643" y="2070"/>
                    <a:pt x="643" y="2034"/>
                    <a:pt x="643" y="2016"/>
                  </a:cubicBezTo>
                  <a:cubicBezTo>
                    <a:pt x="679" y="1249"/>
                    <a:pt x="1303" y="642"/>
                    <a:pt x="2035" y="625"/>
                  </a:cubicBezTo>
                  <a:close/>
                  <a:moveTo>
                    <a:pt x="3819" y="6049"/>
                  </a:moveTo>
                  <a:lnTo>
                    <a:pt x="3819" y="6905"/>
                  </a:lnTo>
                  <a:cubicBezTo>
                    <a:pt x="3819" y="7672"/>
                    <a:pt x="3195" y="8279"/>
                    <a:pt x="2427" y="8279"/>
                  </a:cubicBezTo>
                  <a:cubicBezTo>
                    <a:pt x="1660" y="8279"/>
                    <a:pt x="1036" y="7672"/>
                    <a:pt x="1036" y="6905"/>
                  </a:cubicBezTo>
                  <a:lnTo>
                    <a:pt x="1036" y="6049"/>
                  </a:lnTo>
                  <a:close/>
                  <a:moveTo>
                    <a:pt x="2035" y="0"/>
                  </a:moveTo>
                  <a:cubicBezTo>
                    <a:pt x="964" y="36"/>
                    <a:pt x="90" y="910"/>
                    <a:pt x="36" y="1981"/>
                  </a:cubicBezTo>
                  <a:cubicBezTo>
                    <a:pt x="1" y="2694"/>
                    <a:pt x="36" y="3390"/>
                    <a:pt x="126" y="4068"/>
                  </a:cubicBezTo>
                  <a:cubicBezTo>
                    <a:pt x="197" y="4496"/>
                    <a:pt x="268" y="4925"/>
                    <a:pt x="358" y="5299"/>
                  </a:cubicBezTo>
                  <a:cubicBezTo>
                    <a:pt x="393" y="5496"/>
                    <a:pt x="429" y="5745"/>
                    <a:pt x="411" y="5977"/>
                  </a:cubicBezTo>
                  <a:cubicBezTo>
                    <a:pt x="411" y="5995"/>
                    <a:pt x="411" y="5995"/>
                    <a:pt x="411" y="5995"/>
                  </a:cubicBezTo>
                  <a:cubicBezTo>
                    <a:pt x="411" y="6013"/>
                    <a:pt x="411" y="6013"/>
                    <a:pt x="411" y="6013"/>
                  </a:cubicBezTo>
                  <a:lnTo>
                    <a:pt x="411" y="6923"/>
                  </a:lnTo>
                  <a:cubicBezTo>
                    <a:pt x="465" y="8252"/>
                    <a:pt x="1446" y="8917"/>
                    <a:pt x="2427" y="8917"/>
                  </a:cubicBezTo>
                  <a:cubicBezTo>
                    <a:pt x="3409" y="8917"/>
                    <a:pt x="4390" y="8252"/>
                    <a:pt x="4444" y="6923"/>
                  </a:cubicBezTo>
                  <a:lnTo>
                    <a:pt x="4444" y="6013"/>
                  </a:lnTo>
                  <a:lnTo>
                    <a:pt x="4444" y="5995"/>
                  </a:lnTo>
                  <a:cubicBezTo>
                    <a:pt x="4444" y="5763"/>
                    <a:pt x="4461" y="5531"/>
                    <a:pt x="4497" y="5371"/>
                  </a:cubicBezTo>
                  <a:lnTo>
                    <a:pt x="4515" y="5228"/>
                  </a:lnTo>
                  <a:cubicBezTo>
                    <a:pt x="4569" y="4942"/>
                    <a:pt x="4640" y="4639"/>
                    <a:pt x="4676" y="4336"/>
                  </a:cubicBezTo>
                  <a:lnTo>
                    <a:pt x="4890" y="3176"/>
                  </a:lnTo>
                  <a:cubicBezTo>
                    <a:pt x="4890" y="3176"/>
                    <a:pt x="4890" y="3158"/>
                    <a:pt x="4890" y="3158"/>
                  </a:cubicBezTo>
                  <a:cubicBezTo>
                    <a:pt x="4943" y="2623"/>
                    <a:pt x="4872" y="2105"/>
                    <a:pt x="4640" y="1624"/>
                  </a:cubicBezTo>
                  <a:cubicBezTo>
                    <a:pt x="4426" y="1142"/>
                    <a:pt x="4069" y="732"/>
                    <a:pt x="3623" y="446"/>
                  </a:cubicBezTo>
                  <a:cubicBezTo>
                    <a:pt x="3195" y="178"/>
                    <a:pt x="2659" y="18"/>
                    <a:pt x="21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48"/>
            <p:cNvSpPr/>
            <p:nvPr/>
          </p:nvSpPr>
          <p:spPr>
            <a:xfrm>
              <a:off x="6151049" y="2020594"/>
              <a:ext cx="150378" cy="271277"/>
            </a:xfrm>
            <a:custGeom>
              <a:avLst/>
              <a:gdLst/>
              <a:ahLst/>
              <a:cxnLst/>
              <a:rect l="l" t="t" r="r" b="b"/>
              <a:pathLst>
                <a:path w="4943" h="8917" extrusionOk="0">
                  <a:moveTo>
                    <a:pt x="2909" y="625"/>
                  </a:moveTo>
                  <a:cubicBezTo>
                    <a:pt x="3658" y="642"/>
                    <a:pt x="4265" y="1249"/>
                    <a:pt x="4300" y="2016"/>
                  </a:cubicBezTo>
                  <a:cubicBezTo>
                    <a:pt x="4300" y="2034"/>
                    <a:pt x="4300" y="2070"/>
                    <a:pt x="4300" y="2088"/>
                  </a:cubicBezTo>
                  <a:lnTo>
                    <a:pt x="3176" y="2088"/>
                  </a:lnTo>
                  <a:cubicBezTo>
                    <a:pt x="2766" y="2105"/>
                    <a:pt x="2766" y="2694"/>
                    <a:pt x="3176" y="2712"/>
                  </a:cubicBezTo>
                  <a:lnTo>
                    <a:pt x="4300" y="2712"/>
                  </a:lnTo>
                  <a:cubicBezTo>
                    <a:pt x="4300" y="2962"/>
                    <a:pt x="4283" y="3212"/>
                    <a:pt x="4265" y="3462"/>
                  </a:cubicBezTo>
                  <a:lnTo>
                    <a:pt x="3176" y="3462"/>
                  </a:lnTo>
                  <a:cubicBezTo>
                    <a:pt x="2766" y="3479"/>
                    <a:pt x="2766" y="4068"/>
                    <a:pt x="3176" y="4086"/>
                  </a:cubicBezTo>
                  <a:lnTo>
                    <a:pt x="4193" y="4086"/>
                  </a:lnTo>
                  <a:cubicBezTo>
                    <a:pt x="4122" y="4479"/>
                    <a:pt x="4069" y="4835"/>
                    <a:pt x="3979" y="5174"/>
                  </a:cubicBezTo>
                  <a:cubicBezTo>
                    <a:pt x="3961" y="5264"/>
                    <a:pt x="3944" y="5353"/>
                    <a:pt x="3944" y="5442"/>
                  </a:cubicBezTo>
                  <a:lnTo>
                    <a:pt x="1124" y="5442"/>
                  </a:lnTo>
                  <a:cubicBezTo>
                    <a:pt x="1107" y="5389"/>
                    <a:pt x="1107" y="5317"/>
                    <a:pt x="1089" y="5246"/>
                  </a:cubicBezTo>
                  <a:lnTo>
                    <a:pt x="1053" y="5103"/>
                  </a:lnTo>
                  <a:cubicBezTo>
                    <a:pt x="1000" y="4818"/>
                    <a:pt x="946" y="4532"/>
                    <a:pt x="893" y="4247"/>
                  </a:cubicBezTo>
                  <a:lnTo>
                    <a:pt x="750" y="3408"/>
                  </a:lnTo>
                  <a:lnTo>
                    <a:pt x="1713" y="3408"/>
                  </a:lnTo>
                  <a:cubicBezTo>
                    <a:pt x="2142" y="3390"/>
                    <a:pt x="2142" y="2801"/>
                    <a:pt x="1713" y="2784"/>
                  </a:cubicBezTo>
                  <a:lnTo>
                    <a:pt x="678" y="2784"/>
                  </a:lnTo>
                  <a:cubicBezTo>
                    <a:pt x="678" y="2052"/>
                    <a:pt x="1053" y="1356"/>
                    <a:pt x="1678" y="964"/>
                  </a:cubicBezTo>
                  <a:cubicBezTo>
                    <a:pt x="2017" y="749"/>
                    <a:pt x="2463" y="625"/>
                    <a:pt x="2909" y="625"/>
                  </a:cubicBezTo>
                  <a:close/>
                  <a:moveTo>
                    <a:pt x="3908" y="6049"/>
                  </a:moveTo>
                  <a:lnTo>
                    <a:pt x="3908" y="6905"/>
                  </a:lnTo>
                  <a:cubicBezTo>
                    <a:pt x="3908" y="7675"/>
                    <a:pt x="3281" y="8287"/>
                    <a:pt x="2511" y="8287"/>
                  </a:cubicBezTo>
                  <a:cubicBezTo>
                    <a:pt x="2460" y="8287"/>
                    <a:pt x="2408" y="8285"/>
                    <a:pt x="2356" y="8279"/>
                  </a:cubicBezTo>
                  <a:cubicBezTo>
                    <a:pt x="1660" y="8208"/>
                    <a:pt x="1124" y="7583"/>
                    <a:pt x="1124" y="6887"/>
                  </a:cubicBezTo>
                  <a:lnTo>
                    <a:pt x="1124" y="6049"/>
                  </a:lnTo>
                  <a:close/>
                  <a:moveTo>
                    <a:pt x="2820" y="0"/>
                  </a:moveTo>
                  <a:cubicBezTo>
                    <a:pt x="1731" y="36"/>
                    <a:pt x="750" y="642"/>
                    <a:pt x="304" y="1624"/>
                  </a:cubicBezTo>
                  <a:cubicBezTo>
                    <a:pt x="90" y="2105"/>
                    <a:pt x="0" y="2641"/>
                    <a:pt x="72" y="3158"/>
                  </a:cubicBezTo>
                  <a:cubicBezTo>
                    <a:pt x="72" y="3158"/>
                    <a:pt x="72" y="3176"/>
                    <a:pt x="72" y="3176"/>
                  </a:cubicBezTo>
                  <a:lnTo>
                    <a:pt x="268" y="4354"/>
                  </a:lnTo>
                  <a:cubicBezTo>
                    <a:pt x="322" y="4639"/>
                    <a:pt x="375" y="4942"/>
                    <a:pt x="429" y="5228"/>
                  </a:cubicBezTo>
                  <a:lnTo>
                    <a:pt x="464" y="5371"/>
                  </a:lnTo>
                  <a:cubicBezTo>
                    <a:pt x="500" y="5531"/>
                    <a:pt x="518" y="5763"/>
                    <a:pt x="500" y="6013"/>
                  </a:cubicBezTo>
                  <a:cubicBezTo>
                    <a:pt x="500" y="6013"/>
                    <a:pt x="536" y="5995"/>
                    <a:pt x="536" y="5995"/>
                  </a:cubicBezTo>
                  <a:lnTo>
                    <a:pt x="536" y="6923"/>
                  </a:lnTo>
                  <a:cubicBezTo>
                    <a:pt x="589" y="8252"/>
                    <a:pt x="1562" y="8917"/>
                    <a:pt x="2534" y="8917"/>
                  </a:cubicBezTo>
                  <a:cubicBezTo>
                    <a:pt x="3506" y="8917"/>
                    <a:pt x="4479" y="8252"/>
                    <a:pt x="4532" y="6923"/>
                  </a:cubicBezTo>
                  <a:lnTo>
                    <a:pt x="4532" y="6013"/>
                  </a:lnTo>
                  <a:lnTo>
                    <a:pt x="4532" y="5995"/>
                  </a:lnTo>
                  <a:cubicBezTo>
                    <a:pt x="4532" y="5745"/>
                    <a:pt x="4550" y="5496"/>
                    <a:pt x="4586" y="5317"/>
                  </a:cubicBezTo>
                  <a:cubicBezTo>
                    <a:pt x="4675" y="4925"/>
                    <a:pt x="4764" y="4496"/>
                    <a:pt x="4818" y="4068"/>
                  </a:cubicBezTo>
                  <a:cubicBezTo>
                    <a:pt x="4907" y="3390"/>
                    <a:pt x="4943" y="2694"/>
                    <a:pt x="4907" y="1981"/>
                  </a:cubicBezTo>
                  <a:cubicBezTo>
                    <a:pt x="4854" y="910"/>
                    <a:pt x="3979" y="36"/>
                    <a:pt x="29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7" name="Google Shape;457;p48"/>
          <p:cNvSpPr/>
          <p:nvPr/>
        </p:nvSpPr>
        <p:spPr>
          <a:xfrm>
            <a:off x="1440171" y="2133506"/>
            <a:ext cx="741219" cy="672773"/>
          </a:xfrm>
          <a:custGeom>
            <a:avLst/>
            <a:gdLst/>
            <a:ahLst/>
            <a:cxnLst/>
            <a:rect l="l" t="t" r="r" b="b"/>
            <a:pathLst>
              <a:path w="10707" h="9719" extrusionOk="0">
                <a:moveTo>
                  <a:pt x="5231" y="618"/>
                </a:moveTo>
                <a:cubicBezTo>
                  <a:pt x="5728" y="618"/>
                  <a:pt x="6234" y="806"/>
                  <a:pt x="6603" y="1188"/>
                </a:cubicBezTo>
                <a:cubicBezTo>
                  <a:pt x="6621" y="1206"/>
                  <a:pt x="6638" y="1224"/>
                  <a:pt x="6656" y="1241"/>
                </a:cubicBezTo>
                <a:lnTo>
                  <a:pt x="4747" y="1241"/>
                </a:lnTo>
                <a:cubicBezTo>
                  <a:pt x="4729" y="1081"/>
                  <a:pt x="4711" y="920"/>
                  <a:pt x="4711" y="760"/>
                </a:cubicBezTo>
                <a:cubicBezTo>
                  <a:pt x="4711" y="724"/>
                  <a:pt x="4711" y="706"/>
                  <a:pt x="4711" y="688"/>
                </a:cubicBezTo>
                <a:cubicBezTo>
                  <a:pt x="4879" y="642"/>
                  <a:pt x="5054" y="618"/>
                  <a:pt x="5231" y="618"/>
                </a:cubicBezTo>
                <a:close/>
                <a:moveTo>
                  <a:pt x="7049" y="1866"/>
                </a:moveTo>
                <a:cubicBezTo>
                  <a:pt x="7174" y="2187"/>
                  <a:pt x="7209" y="2544"/>
                  <a:pt x="7156" y="2883"/>
                </a:cubicBezTo>
                <a:lnTo>
                  <a:pt x="5372" y="2883"/>
                </a:lnTo>
                <a:cubicBezTo>
                  <a:pt x="5157" y="2562"/>
                  <a:pt x="4997" y="2223"/>
                  <a:pt x="4890" y="1866"/>
                </a:cubicBezTo>
                <a:close/>
                <a:moveTo>
                  <a:pt x="9904" y="1866"/>
                </a:moveTo>
                <a:cubicBezTo>
                  <a:pt x="9797" y="2223"/>
                  <a:pt x="9636" y="2562"/>
                  <a:pt x="9422" y="2883"/>
                </a:cubicBezTo>
                <a:lnTo>
                  <a:pt x="7780" y="2883"/>
                </a:lnTo>
                <a:cubicBezTo>
                  <a:pt x="7834" y="2544"/>
                  <a:pt x="7816" y="2205"/>
                  <a:pt x="7709" y="1866"/>
                </a:cubicBezTo>
                <a:close/>
                <a:moveTo>
                  <a:pt x="6924" y="3507"/>
                </a:moveTo>
                <a:cubicBezTo>
                  <a:pt x="6852" y="3668"/>
                  <a:pt x="6745" y="3793"/>
                  <a:pt x="6621" y="3918"/>
                </a:cubicBezTo>
                <a:cubicBezTo>
                  <a:pt x="6567" y="3971"/>
                  <a:pt x="6496" y="4025"/>
                  <a:pt x="6442" y="4078"/>
                </a:cubicBezTo>
                <a:cubicBezTo>
                  <a:pt x="6228" y="3900"/>
                  <a:pt x="6014" y="3704"/>
                  <a:pt x="5835" y="3507"/>
                </a:cubicBezTo>
                <a:close/>
                <a:moveTo>
                  <a:pt x="4087" y="992"/>
                </a:moveTo>
                <a:cubicBezTo>
                  <a:pt x="4158" y="2259"/>
                  <a:pt x="4783" y="3454"/>
                  <a:pt x="5835" y="4400"/>
                </a:cubicBezTo>
                <a:cubicBezTo>
                  <a:pt x="5657" y="4453"/>
                  <a:pt x="5461" y="4489"/>
                  <a:pt x="5264" y="4489"/>
                </a:cubicBezTo>
                <a:cubicBezTo>
                  <a:pt x="3552" y="4489"/>
                  <a:pt x="2659" y="2383"/>
                  <a:pt x="3873" y="1170"/>
                </a:cubicBezTo>
                <a:cubicBezTo>
                  <a:pt x="3944" y="1099"/>
                  <a:pt x="4015" y="1045"/>
                  <a:pt x="4087" y="992"/>
                </a:cubicBezTo>
                <a:close/>
                <a:moveTo>
                  <a:pt x="8958" y="3507"/>
                </a:moveTo>
                <a:cubicBezTo>
                  <a:pt x="8530" y="3971"/>
                  <a:pt x="8012" y="4382"/>
                  <a:pt x="7406" y="4721"/>
                </a:cubicBezTo>
                <a:cubicBezTo>
                  <a:pt x="7245" y="4649"/>
                  <a:pt x="7102" y="4560"/>
                  <a:pt x="6960" y="4453"/>
                </a:cubicBezTo>
                <a:cubicBezTo>
                  <a:pt x="6995" y="4435"/>
                  <a:pt x="7031" y="4400"/>
                  <a:pt x="7067" y="4364"/>
                </a:cubicBezTo>
                <a:cubicBezTo>
                  <a:pt x="7316" y="4114"/>
                  <a:pt x="7495" y="3829"/>
                  <a:pt x="7620" y="3507"/>
                </a:cubicBezTo>
                <a:close/>
                <a:moveTo>
                  <a:pt x="7406" y="5417"/>
                </a:moveTo>
                <a:cubicBezTo>
                  <a:pt x="8030" y="5774"/>
                  <a:pt x="8548" y="6184"/>
                  <a:pt x="8976" y="6666"/>
                </a:cubicBezTo>
                <a:lnTo>
                  <a:pt x="5818" y="6666"/>
                </a:lnTo>
                <a:cubicBezTo>
                  <a:pt x="6246" y="6184"/>
                  <a:pt x="6763" y="5774"/>
                  <a:pt x="7406" y="5417"/>
                </a:cubicBezTo>
                <a:close/>
                <a:moveTo>
                  <a:pt x="3195" y="4078"/>
                </a:moveTo>
                <a:cubicBezTo>
                  <a:pt x="3266" y="4186"/>
                  <a:pt x="3355" y="4275"/>
                  <a:pt x="3445" y="4364"/>
                </a:cubicBezTo>
                <a:cubicBezTo>
                  <a:pt x="3534" y="4435"/>
                  <a:pt x="3623" y="4525"/>
                  <a:pt x="3712" y="4596"/>
                </a:cubicBezTo>
                <a:lnTo>
                  <a:pt x="1286" y="7022"/>
                </a:lnTo>
                <a:lnTo>
                  <a:pt x="786" y="6505"/>
                </a:lnTo>
                <a:lnTo>
                  <a:pt x="3195" y="4078"/>
                </a:lnTo>
                <a:close/>
                <a:moveTo>
                  <a:pt x="9457" y="7290"/>
                </a:moveTo>
                <a:cubicBezTo>
                  <a:pt x="9654" y="7593"/>
                  <a:pt x="9797" y="7897"/>
                  <a:pt x="9904" y="8236"/>
                </a:cubicBezTo>
                <a:lnTo>
                  <a:pt x="4890" y="8236"/>
                </a:lnTo>
                <a:cubicBezTo>
                  <a:pt x="4997" y="7897"/>
                  <a:pt x="5140" y="7593"/>
                  <a:pt x="5336" y="7290"/>
                </a:cubicBezTo>
                <a:close/>
                <a:moveTo>
                  <a:pt x="5218" y="0"/>
                </a:moveTo>
                <a:cubicBezTo>
                  <a:pt x="4566" y="0"/>
                  <a:pt x="3914" y="240"/>
                  <a:pt x="3427" y="742"/>
                </a:cubicBezTo>
                <a:cubicBezTo>
                  <a:pt x="2677" y="1491"/>
                  <a:pt x="2499" y="2598"/>
                  <a:pt x="2891" y="3525"/>
                </a:cubicBezTo>
                <a:lnTo>
                  <a:pt x="126" y="6291"/>
                </a:lnTo>
                <a:cubicBezTo>
                  <a:pt x="1" y="6416"/>
                  <a:pt x="1" y="6612"/>
                  <a:pt x="126" y="6737"/>
                </a:cubicBezTo>
                <a:lnTo>
                  <a:pt x="1071" y="7683"/>
                </a:lnTo>
                <a:cubicBezTo>
                  <a:pt x="1125" y="7745"/>
                  <a:pt x="1205" y="7776"/>
                  <a:pt x="1288" y="7776"/>
                </a:cubicBezTo>
                <a:cubicBezTo>
                  <a:pt x="1370" y="7776"/>
                  <a:pt x="1455" y="7745"/>
                  <a:pt x="1518" y="7683"/>
                </a:cubicBezTo>
                <a:lnTo>
                  <a:pt x="4265" y="4917"/>
                </a:lnTo>
                <a:cubicBezTo>
                  <a:pt x="4583" y="5047"/>
                  <a:pt x="4918" y="5111"/>
                  <a:pt x="5253" y="5111"/>
                </a:cubicBezTo>
                <a:cubicBezTo>
                  <a:pt x="5651" y="5111"/>
                  <a:pt x="6047" y="5020"/>
                  <a:pt x="6406" y="4846"/>
                </a:cubicBezTo>
                <a:cubicBezTo>
                  <a:pt x="6513" y="4917"/>
                  <a:pt x="6638" y="5006"/>
                  <a:pt x="6763" y="5078"/>
                </a:cubicBezTo>
                <a:cubicBezTo>
                  <a:pt x="5086" y="6130"/>
                  <a:pt x="4087" y="7701"/>
                  <a:pt x="4087" y="9396"/>
                </a:cubicBezTo>
                <a:cubicBezTo>
                  <a:pt x="4087" y="9556"/>
                  <a:pt x="4212" y="9699"/>
                  <a:pt x="4372" y="9717"/>
                </a:cubicBezTo>
                <a:cubicBezTo>
                  <a:pt x="4382" y="9718"/>
                  <a:pt x="4392" y="9718"/>
                  <a:pt x="4402" y="9718"/>
                </a:cubicBezTo>
                <a:cubicBezTo>
                  <a:pt x="4568" y="9718"/>
                  <a:pt x="4711" y="9581"/>
                  <a:pt x="4711" y="9396"/>
                </a:cubicBezTo>
                <a:cubicBezTo>
                  <a:pt x="4711" y="9217"/>
                  <a:pt x="4729" y="9039"/>
                  <a:pt x="4747" y="8860"/>
                </a:cubicBezTo>
                <a:lnTo>
                  <a:pt x="10028" y="8860"/>
                </a:lnTo>
                <a:cubicBezTo>
                  <a:pt x="10064" y="9039"/>
                  <a:pt x="10082" y="9217"/>
                  <a:pt x="10082" y="9396"/>
                </a:cubicBezTo>
                <a:cubicBezTo>
                  <a:pt x="10082" y="9556"/>
                  <a:pt x="10189" y="9699"/>
                  <a:pt x="10350" y="9717"/>
                </a:cubicBezTo>
                <a:cubicBezTo>
                  <a:pt x="10361" y="9718"/>
                  <a:pt x="10372" y="9718"/>
                  <a:pt x="10383" y="9718"/>
                </a:cubicBezTo>
                <a:cubicBezTo>
                  <a:pt x="10564" y="9718"/>
                  <a:pt x="10706" y="9581"/>
                  <a:pt x="10706" y="9396"/>
                </a:cubicBezTo>
                <a:cubicBezTo>
                  <a:pt x="10706" y="7718"/>
                  <a:pt x="9707" y="6130"/>
                  <a:pt x="8030" y="5078"/>
                </a:cubicBezTo>
                <a:cubicBezTo>
                  <a:pt x="9707" y="4043"/>
                  <a:pt x="10706" y="2455"/>
                  <a:pt x="10706" y="760"/>
                </a:cubicBezTo>
                <a:cubicBezTo>
                  <a:pt x="10706" y="599"/>
                  <a:pt x="10582" y="456"/>
                  <a:pt x="10421" y="439"/>
                </a:cubicBezTo>
                <a:cubicBezTo>
                  <a:pt x="10411" y="438"/>
                  <a:pt x="10401" y="437"/>
                  <a:pt x="10391" y="437"/>
                </a:cubicBezTo>
                <a:cubicBezTo>
                  <a:pt x="10225" y="437"/>
                  <a:pt x="10082" y="575"/>
                  <a:pt x="10082" y="760"/>
                </a:cubicBezTo>
                <a:cubicBezTo>
                  <a:pt x="10082" y="920"/>
                  <a:pt x="10064" y="1081"/>
                  <a:pt x="10046" y="1241"/>
                </a:cubicBezTo>
                <a:lnTo>
                  <a:pt x="7441" y="1241"/>
                </a:lnTo>
                <a:cubicBezTo>
                  <a:pt x="6971" y="433"/>
                  <a:pt x="6095" y="0"/>
                  <a:pt x="52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8" name="Google Shape;458;p48"/>
          <p:cNvGrpSpPr/>
          <p:nvPr/>
        </p:nvGrpSpPr>
        <p:grpSpPr>
          <a:xfrm>
            <a:off x="6965447" y="2133490"/>
            <a:ext cx="685114" cy="672778"/>
            <a:chOff x="6846386" y="3043247"/>
            <a:chExt cx="331149" cy="325186"/>
          </a:xfrm>
        </p:grpSpPr>
        <p:sp>
          <p:nvSpPr>
            <p:cNvPr id="459" name="Google Shape;459;p48"/>
            <p:cNvSpPr/>
            <p:nvPr/>
          </p:nvSpPr>
          <p:spPr>
            <a:xfrm>
              <a:off x="7087941" y="3043247"/>
              <a:ext cx="86339" cy="83206"/>
            </a:xfrm>
            <a:custGeom>
              <a:avLst/>
              <a:gdLst/>
              <a:ahLst/>
              <a:cxnLst/>
              <a:rect l="l" t="t" r="r" b="b"/>
              <a:pathLst>
                <a:path w="2838" h="2735" extrusionOk="0">
                  <a:moveTo>
                    <a:pt x="429" y="1"/>
                  </a:moveTo>
                  <a:cubicBezTo>
                    <a:pt x="1" y="18"/>
                    <a:pt x="1" y="607"/>
                    <a:pt x="429" y="625"/>
                  </a:cubicBezTo>
                  <a:lnTo>
                    <a:pt x="2213" y="625"/>
                  </a:lnTo>
                  <a:lnTo>
                    <a:pt x="2213" y="2427"/>
                  </a:lnTo>
                  <a:cubicBezTo>
                    <a:pt x="2222" y="2632"/>
                    <a:pt x="2374" y="2735"/>
                    <a:pt x="2526" y="2735"/>
                  </a:cubicBezTo>
                  <a:cubicBezTo>
                    <a:pt x="2677" y="2735"/>
                    <a:pt x="2829" y="2632"/>
                    <a:pt x="2838" y="2427"/>
                  </a:cubicBezTo>
                  <a:lnTo>
                    <a:pt x="2838" y="304"/>
                  </a:lnTo>
                  <a:cubicBezTo>
                    <a:pt x="2838" y="143"/>
                    <a:pt x="2695" y="1"/>
                    <a:pt x="25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48"/>
            <p:cNvSpPr/>
            <p:nvPr/>
          </p:nvSpPr>
          <p:spPr>
            <a:xfrm>
              <a:off x="7087941" y="3285197"/>
              <a:ext cx="86339" cy="83236"/>
            </a:xfrm>
            <a:custGeom>
              <a:avLst/>
              <a:gdLst/>
              <a:ahLst/>
              <a:cxnLst/>
              <a:rect l="l" t="t" r="r" b="b"/>
              <a:pathLst>
                <a:path w="2838" h="2736" extrusionOk="0">
                  <a:moveTo>
                    <a:pt x="2549" y="0"/>
                  </a:moveTo>
                  <a:cubicBezTo>
                    <a:pt x="2533" y="0"/>
                    <a:pt x="2516" y="2"/>
                    <a:pt x="2499" y="5"/>
                  </a:cubicBezTo>
                  <a:cubicBezTo>
                    <a:pt x="2338" y="23"/>
                    <a:pt x="2213" y="166"/>
                    <a:pt x="2213" y="327"/>
                  </a:cubicBezTo>
                  <a:lnTo>
                    <a:pt x="2213" y="2111"/>
                  </a:lnTo>
                  <a:lnTo>
                    <a:pt x="429" y="2111"/>
                  </a:lnTo>
                  <a:cubicBezTo>
                    <a:pt x="1" y="2129"/>
                    <a:pt x="1" y="2717"/>
                    <a:pt x="429" y="2735"/>
                  </a:cubicBezTo>
                  <a:lnTo>
                    <a:pt x="2534" y="2735"/>
                  </a:lnTo>
                  <a:cubicBezTo>
                    <a:pt x="2713" y="2735"/>
                    <a:pt x="2838" y="2593"/>
                    <a:pt x="2838" y="2414"/>
                  </a:cubicBezTo>
                  <a:lnTo>
                    <a:pt x="2838" y="309"/>
                  </a:lnTo>
                  <a:cubicBezTo>
                    <a:pt x="2838" y="147"/>
                    <a:pt x="2706" y="0"/>
                    <a:pt x="25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48"/>
            <p:cNvSpPr/>
            <p:nvPr/>
          </p:nvSpPr>
          <p:spPr>
            <a:xfrm>
              <a:off x="6849641" y="3285197"/>
              <a:ext cx="85822" cy="83236"/>
            </a:xfrm>
            <a:custGeom>
              <a:avLst/>
              <a:gdLst/>
              <a:ahLst/>
              <a:cxnLst/>
              <a:rect l="l" t="t" r="r" b="b"/>
              <a:pathLst>
                <a:path w="2821" h="2736" extrusionOk="0">
                  <a:moveTo>
                    <a:pt x="306" y="1"/>
                  </a:moveTo>
                  <a:cubicBezTo>
                    <a:pt x="153" y="1"/>
                    <a:pt x="1" y="104"/>
                    <a:pt x="1" y="309"/>
                  </a:cubicBezTo>
                  <a:lnTo>
                    <a:pt x="1" y="2414"/>
                  </a:lnTo>
                  <a:cubicBezTo>
                    <a:pt x="1" y="2593"/>
                    <a:pt x="126" y="2735"/>
                    <a:pt x="304" y="2735"/>
                  </a:cubicBezTo>
                  <a:lnTo>
                    <a:pt x="2410" y="2735"/>
                  </a:lnTo>
                  <a:cubicBezTo>
                    <a:pt x="2820" y="2717"/>
                    <a:pt x="2820" y="2129"/>
                    <a:pt x="2410" y="2111"/>
                  </a:cubicBezTo>
                  <a:lnTo>
                    <a:pt x="625" y="2111"/>
                  </a:lnTo>
                  <a:lnTo>
                    <a:pt x="625" y="309"/>
                  </a:lnTo>
                  <a:cubicBezTo>
                    <a:pt x="616" y="104"/>
                    <a:pt x="460" y="1"/>
                    <a:pt x="3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48"/>
            <p:cNvSpPr/>
            <p:nvPr/>
          </p:nvSpPr>
          <p:spPr>
            <a:xfrm>
              <a:off x="6849641" y="3043247"/>
              <a:ext cx="85822" cy="83114"/>
            </a:xfrm>
            <a:custGeom>
              <a:avLst/>
              <a:gdLst/>
              <a:ahLst/>
              <a:cxnLst/>
              <a:rect l="l" t="t" r="r" b="b"/>
              <a:pathLst>
                <a:path w="2821" h="2732" extrusionOk="0">
                  <a:moveTo>
                    <a:pt x="304" y="1"/>
                  </a:moveTo>
                  <a:cubicBezTo>
                    <a:pt x="126" y="1"/>
                    <a:pt x="1" y="143"/>
                    <a:pt x="1" y="304"/>
                  </a:cubicBezTo>
                  <a:lnTo>
                    <a:pt x="1" y="2427"/>
                  </a:lnTo>
                  <a:cubicBezTo>
                    <a:pt x="1" y="2595"/>
                    <a:pt x="128" y="2732"/>
                    <a:pt x="307" y="2732"/>
                  </a:cubicBezTo>
                  <a:cubicBezTo>
                    <a:pt x="318" y="2732"/>
                    <a:pt x="329" y="2732"/>
                    <a:pt x="340" y="2730"/>
                  </a:cubicBezTo>
                  <a:cubicBezTo>
                    <a:pt x="500" y="2713"/>
                    <a:pt x="625" y="2570"/>
                    <a:pt x="625" y="2409"/>
                  </a:cubicBezTo>
                  <a:lnTo>
                    <a:pt x="625" y="625"/>
                  </a:lnTo>
                  <a:lnTo>
                    <a:pt x="2410" y="625"/>
                  </a:lnTo>
                  <a:cubicBezTo>
                    <a:pt x="2820" y="607"/>
                    <a:pt x="2820" y="18"/>
                    <a:pt x="24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8"/>
            <p:cNvSpPr/>
            <p:nvPr/>
          </p:nvSpPr>
          <p:spPr>
            <a:xfrm>
              <a:off x="7059708" y="3286383"/>
              <a:ext cx="19044" cy="43626"/>
            </a:xfrm>
            <a:custGeom>
              <a:avLst/>
              <a:gdLst/>
              <a:ahLst/>
              <a:cxnLst/>
              <a:rect l="l" t="t" r="r" b="b"/>
              <a:pathLst>
                <a:path w="626" h="1434" extrusionOk="0">
                  <a:moveTo>
                    <a:pt x="302" y="1"/>
                  </a:moveTo>
                  <a:cubicBezTo>
                    <a:pt x="291" y="1"/>
                    <a:pt x="280" y="1"/>
                    <a:pt x="269" y="2"/>
                  </a:cubicBezTo>
                  <a:cubicBezTo>
                    <a:pt x="108" y="20"/>
                    <a:pt x="1" y="163"/>
                    <a:pt x="1" y="323"/>
                  </a:cubicBezTo>
                  <a:lnTo>
                    <a:pt x="1" y="1126"/>
                  </a:lnTo>
                  <a:cubicBezTo>
                    <a:pt x="10" y="1331"/>
                    <a:pt x="162" y="1434"/>
                    <a:pt x="313" y="1434"/>
                  </a:cubicBezTo>
                  <a:cubicBezTo>
                    <a:pt x="465" y="1434"/>
                    <a:pt x="617" y="1331"/>
                    <a:pt x="625" y="1126"/>
                  </a:cubicBezTo>
                  <a:lnTo>
                    <a:pt x="625" y="323"/>
                  </a:lnTo>
                  <a:cubicBezTo>
                    <a:pt x="625" y="138"/>
                    <a:pt x="483" y="1"/>
                    <a:pt x="3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48"/>
            <p:cNvSpPr/>
            <p:nvPr/>
          </p:nvSpPr>
          <p:spPr>
            <a:xfrm>
              <a:off x="6982648" y="3267917"/>
              <a:ext cx="19014" cy="62092"/>
            </a:xfrm>
            <a:custGeom>
              <a:avLst/>
              <a:gdLst/>
              <a:ahLst/>
              <a:cxnLst/>
              <a:rect l="l" t="t" r="r" b="b"/>
              <a:pathLst>
                <a:path w="625" h="2041" extrusionOk="0">
                  <a:moveTo>
                    <a:pt x="316" y="1"/>
                  </a:moveTo>
                  <a:cubicBezTo>
                    <a:pt x="306" y="1"/>
                    <a:pt x="296" y="1"/>
                    <a:pt x="286" y="2"/>
                  </a:cubicBezTo>
                  <a:cubicBezTo>
                    <a:pt x="125" y="20"/>
                    <a:pt x="0" y="163"/>
                    <a:pt x="0" y="324"/>
                  </a:cubicBezTo>
                  <a:lnTo>
                    <a:pt x="0" y="1733"/>
                  </a:lnTo>
                  <a:cubicBezTo>
                    <a:pt x="9" y="1938"/>
                    <a:pt x="161" y="2041"/>
                    <a:pt x="313" y="2041"/>
                  </a:cubicBezTo>
                  <a:cubicBezTo>
                    <a:pt x="464" y="2041"/>
                    <a:pt x="616" y="1938"/>
                    <a:pt x="625" y="1733"/>
                  </a:cubicBezTo>
                  <a:lnTo>
                    <a:pt x="625" y="306"/>
                  </a:lnTo>
                  <a:cubicBezTo>
                    <a:pt x="625" y="137"/>
                    <a:pt x="482" y="1"/>
                    <a:pt x="3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48"/>
            <p:cNvSpPr/>
            <p:nvPr/>
          </p:nvSpPr>
          <p:spPr>
            <a:xfrm>
              <a:off x="6911003" y="3286840"/>
              <a:ext cx="19014" cy="43170"/>
            </a:xfrm>
            <a:custGeom>
              <a:avLst/>
              <a:gdLst/>
              <a:ahLst/>
              <a:cxnLst/>
              <a:rect l="l" t="t" r="r" b="b"/>
              <a:pathLst>
                <a:path w="625" h="1419" extrusionOk="0">
                  <a:moveTo>
                    <a:pt x="312" y="0"/>
                  </a:moveTo>
                  <a:cubicBezTo>
                    <a:pt x="161" y="0"/>
                    <a:pt x="9" y="103"/>
                    <a:pt x="0" y="308"/>
                  </a:cubicBezTo>
                  <a:lnTo>
                    <a:pt x="0" y="1111"/>
                  </a:lnTo>
                  <a:cubicBezTo>
                    <a:pt x="9" y="1316"/>
                    <a:pt x="161" y="1419"/>
                    <a:pt x="312" y="1419"/>
                  </a:cubicBezTo>
                  <a:cubicBezTo>
                    <a:pt x="464" y="1419"/>
                    <a:pt x="616" y="1316"/>
                    <a:pt x="625" y="1111"/>
                  </a:cubicBezTo>
                  <a:lnTo>
                    <a:pt x="625" y="308"/>
                  </a:lnTo>
                  <a:cubicBezTo>
                    <a:pt x="616" y="103"/>
                    <a:pt x="464" y="0"/>
                    <a:pt x="3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8"/>
            <p:cNvSpPr/>
            <p:nvPr/>
          </p:nvSpPr>
          <p:spPr>
            <a:xfrm>
              <a:off x="6846386" y="3060070"/>
              <a:ext cx="331149" cy="269939"/>
            </a:xfrm>
            <a:custGeom>
              <a:avLst/>
              <a:gdLst/>
              <a:ahLst/>
              <a:cxnLst/>
              <a:rect l="l" t="t" r="r" b="b"/>
              <a:pathLst>
                <a:path w="10885" h="8873" extrusionOk="0">
                  <a:moveTo>
                    <a:pt x="5461" y="3079"/>
                  </a:moveTo>
                  <a:cubicBezTo>
                    <a:pt x="5635" y="3079"/>
                    <a:pt x="5809" y="3195"/>
                    <a:pt x="5818" y="3426"/>
                  </a:cubicBezTo>
                  <a:lnTo>
                    <a:pt x="5818" y="4479"/>
                  </a:lnTo>
                  <a:lnTo>
                    <a:pt x="5104" y="4479"/>
                  </a:lnTo>
                  <a:lnTo>
                    <a:pt x="5104" y="3426"/>
                  </a:lnTo>
                  <a:cubicBezTo>
                    <a:pt x="5113" y="3195"/>
                    <a:pt x="5287" y="3079"/>
                    <a:pt x="5461" y="3079"/>
                  </a:cubicBezTo>
                  <a:close/>
                  <a:moveTo>
                    <a:pt x="5452" y="1856"/>
                  </a:moveTo>
                  <a:cubicBezTo>
                    <a:pt x="6210" y="1856"/>
                    <a:pt x="6968" y="2374"/>
                    <a:pt x="7013" y="3409"/>
                  </a:cubicBezTo>
                  <a:lnTo>
                    <a:pt x="7013" y="4479"/>
                  </a:lnTo>
                  <a:lnTo>
                    <a:pt x="6442" y="4479"/>
                  </a:lnTo>
                  <a:lnTo>
                    <a:pt x="6442" y="3426"/>
                  </a:lnTo>
                  <a:cubicBezTo>
                    <a:pt x="6415" y="2775"/>
                    <a:pt x="5938" y="2450"/>
                    <a:pt x="5461" y="2450"/>
                  </a:cubicBezTo>
                  <a:cubicBezTo>
                    <a:pt x="4983" y="2450"/>
                    <a:pt x="4506" y="2775"/>
                    <a:pt x="4479" y="3426"/>
                  </a:cubicBezTo>
                  <a:lnTo>
                    <a:pt x="4479" y="4479"/>
                  </a:lnTo>
                  <a:lnTo>
                    <a:pt x="3891" y="4479"/>
                  </a:lnTo>
                  <a:lnTo>
                    <a:pt x="3891" y="3409"/>
                  </a:lnTo>
                  <a:cubicBezTo>
                    <a:pt x="3935" y="2374"/>
                    <a:pt x="4693" y="1856"/>
                    <a:pt x="5452" y="1856"/>
                  </a:cubicBezTo>
                  <a:close/>
                  <a:moveTo>
                    <a:pt x="5452" y="630"/>
                  </a:moveTo>
                  <a:cubicBezTo>
                    <a:pt x="6768" y="630"/>
                    <a:pt x="8084" y="1526"/>
                    <a:pt x="8155" y="3319"/>
                  </a:cubicBezTo>
                  <a:lnTo>
                    <a:pt x="8155" y="4479"/>
                  </a:lnTo>
                  <a:lnTo>
                    <a:pt x="7637" y="4479"/>
                  </a:lnTo>
                  <a:lnTo>
                    <a:pt x="7637" y="3409"/>
                  </a:lnTo>
                  <a:cubicBezTo>
                    <a:pt x="7575" y="1963"/>
                    <a:pt x="6513" y="1241"/>
                    <a:pt x="5452" y="1241"/>
                  </a:cubicBezTo>
                  <a:cubicBezTo>
                    <a:pt x="4390" y="1241"/>
                    <a:pt x="3328" y="1963"/>
                    <a:pt x="3266" y="3409"/>
                  </a:cubicBezTo>
                  <a:lnTo>
                    <a:pt x="3266" y="4479"/>
                  </a:lnTo>
                  <a:lnTo>
                    <a:pt x="2749" y="4479"/>
                  </a:lnTo>
                  <a:lnTo>
                    <a:pt x="2749" y="3319"/>
                  </a:lnTo>
                  <a:cubicBezTo>
                    <a:pt x="2820" y="1526"/>
                    <a:pt x="4136" y="630"/>
                    <a:pt x="5452" y="630"/>
                  </a:cubicBezTo>
                  <a:close/>
                  <a:moveTo>
                    <a:pt x="5452" y="1"/>
                  </a:moveTo>
                  <a:cubicBezTo>
                    <a:pt x="3833" y="1"/>
                    <a:pt x="2213" y="1107"/>
                    <a:pt x="2124" y="3319"/>
                  </a:cubicBezTo>
                  <a:lnTo>
                    <a:pt x="2124" y="4479"/>
                  </a:lnTo>
                  <a:lnTo>
                    <a:pt x="429" y="4479"/>
                  </a:lnTo>
                  <a:cubicBezTo>
                    <a:pt x="1" y="4497"/>
                    <a:pt x="1" y="5086"/>
                    <a:pt x="429" y="5104"/>
                  </a:cubicBezTo>
                  <a:lnTo>
                    <a:pt x="2124" y="5104"/>
                  </a:lnTo>
                  <a:lnTo>
                    <a:pt x="2124" y="6495"/>
                  </a:lnTo>
                  <a:cubicBezTo>
                    <a:pt x="2133" y="6710"/>
                    <a:pt x="2285" y="6817"/>
                    <a:pt x="2436" y="6817"/>
                  </a:cubicBezTo>
                  <a:cubicBezTo>
                    <a:pt x="2588" y="6817"/>
                    <a:pt x="2740" y="6710"/>
                    <a:pt x="2749" y="6495"/>
                  </a:cubicBezTo>
                  <a:lnTo>
                    <a:pt x="2749" y="5104"/>
                  </a:lnTo>
                  <a:lnTo>
                    <a:pt x="3266" y="5104"/>
                  </a:lnTo>
                  <a:lnTo>
                    <a:pt x="3266" y="8565"/>
                  </a:lnTo>
                  <a:cubicBezTo>
                    <a:pt x="3275" y="8770"/>
                    <a:pt x="3427" y="8873"/>
                    <a:pt x="3578" y="8873"/>
                  </a:cubicBezTo>
                  <a:cubicBezTo>
                    <a:pt x="3730" y="8873"/>
                    <a:pt x="3882" y="8770"/>
                    <a:pt x="3891" y="8565"/>
                  </a:cubicBezTo>
                  <a:lnTo>
                    <a:pt x="3891" y="5104"/>
                  </a:lnTo>
                  <a:lnTo>
                    <a:pt x="4479" y="5104"/>
                  </a:lnTo>
                  <a:lnTo>
                    <a:pt x="4479" y="5942"/>
                  </a:lnTo>
                  <a:cubicBezTo>
                    <a:pt x="4488" y="6147"/>
                    <a:pt x="4640" y="6250"/>
                    <a:pt x="4792" y="6250"/>
                  </a:cubicBezTo>
                  <a:cubicBezTo>
                    <a:pt x="4943" y="6250"/>
                    <a:pt x="5095" y="6147"/>
                    <a:pt x="5104" y="5942"/>
                  </a:cubicBezTo>
                  <a:lnTo>
                    <a:pt x="5104" y="5104"/>
                  </a:lnTo>
                  <a:lnTo>
                    <a:pt x="5800" y="5104"/>
                  </a:lnTo>
                  <a:lnTo>
                    <a:pt x="5800" y="8565"/>
                  </a:lnTo>
                  <a:cubicBezTo>
                    <a:pt x="5809" y="8770"/>
                    <a:pt x="5960" y="8873"/>
                    <a:pt x="6112" y="8873"/>
                  </a:cubicBezTo>
                  <a:cubicBezTo>
                    <a:pt x="6264" y="8873"/>
                    <a:pt x="6415" y="8770"/>
                    <a:pt x="6424" y="8565"/>
                  </a:cubicBezTo>
                  <a:lnTo>
                    <a:pt x="6424" y="5104"/>
                  </a:lnTo>
                  <a:lnTo>
                    <a:pt x="7013" y="5104"/>
                  </a:lnTo>
                  <a:lnTo>
                    <a:pt x="7013" y="6549"/>
                  </a:lnTo>
                  <a:cubicBezTo>
                    <a:pt x="7022" y="6754"/>
                    <a:pt x="7174" y="6857"/>
                    <a:pt x="7325" y="6857"/>
                  </a:cubicBezTo>
                  <a:cubicBezTo>
                    <a:pt x="7477" y="6857"/>
                    <a:pt x="7629" y="6754"/>
                    <a:pt x="7637" y="6549"/>
                  </a:cubicBezTo>
                  <a:lnTo>
                    <a:pt x="7637" y="5104"/>
                  </a:lnTo>
                  <a:lnTo>
                    <a:pt x="8155" y="5104"/>
                  </a:lnTo>
                  <a:lnTo>
                    <a:pt x="8155" y="8565"/>
                  </a:lnTo>
                  <a:cubicBezTo>
                    <a:pt x="8164" y="8770"/>
                    <a:pt x="8316" y="8873"/>
                    <a:pt x="8467" y="8873"/>
                  </a:cubicBezTo>
                  <a:cubicBezTo>
                    <a:pt x="8619" y="8873"/>
                    <a:pt x="8770" y="8770"/>
                    <a:pt x="8779" y="8565"/>
                  </a:cubicBezTo>
                  <a:lnTo>
                    <a:pt x="8779" y="5104"/>
                  </a:lnTo>
                  <a:lnTo>
                    <a:pt x="10474" y="5104"/>
                  </a:lnTo>
                  <a:cubicBezTo>
                    <a:pt x="10885" y="5086"/>
                    <a:pt x="10885" y="4497"/>
                    <a:pt x="10474" y="4479"/>
                  </a:cubicBezTo>
                  <a:lnTo>
                    <a:pt x="8779" y="4479"/>
                  </a:lnTo>
                  <a:lnTo>
                    <a:pt x="8779" y="3319"/>
                  </a:lnTo>
                  <a:cubicBezTo>
                    <a:pt x="8690" y="1107"/>
                    <a:pt x="7071" y="1"/>
                    <a:pt x="5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69AB-3C43-E348-30F6-8D4795049757}"/>
              </a:ext>
            </a:extLst>
          </p:cNvPr>
          <p:cNvSpPr>
            <a:spLocks noGrp="1"/>
          </p:cNvSpPr>
          <p:nvPr>
            <p:ph type="title"/>
          </p:nvPr>
        </p:nvSpPr>
        <p:spPr>
          <a:xfrm>
            <a:off x="2209800" y="147767"/>
            <a:ext cx="3797985" cy="649345"/>
          </a:xfrm>
        </p:spPr>
        <p:txBody>
          <a:bodyPr/>
          <a:lstStyle/>
          <a:p>
            <a:pPr algn="ctr"/>
            <a:r>
              <a:rPr lang="en-US" b="1" dirty="0">
                <a:latin typeface="Times New Roman" panose="02020603050405020304" pitchFamily="18" charset="0"/>
                <a:cs typeface="Times New Roman" panose="02020603050405020304" pitchFamily="18" charset="0"/>
              </a:rPr>
              <a:t>Plots</a:t>
            </a:r>
          </a:p>
        </p:txBody>
      </p:sp>
      <p:pic>
        <p:nvPicPr>
          <p:cNvPr id="4" name="Picture 3">
            <a:extLst>
              <a:ext uri="{FF2B5EF4-FFF2-40B4-BE49-F238E27FC236}">
                <a16:creationId xmlns:a16="http://schemas.microsoft.com/office/drawing/2014/main" id="{877BEB72-4F19-47FD-3D17-FDDDD09F8D8A}"/>
              </a:ext>
            </a:extLst>
          </p:cNvPr>
          <p:cNvPicPr>
            <a:picLocks noChangeAspect="1"/>
          </p:cNvPicPr>
          <p:nvPr/>
        </p:nvPicPr>
        <p:blipFill>
          <a:blip r:embed="rId2"/>
          <a:stretch>
            <a:fillRect/>
          </a:stretch>
        </p:blipFill>
        <p:spPr>
          <a:xfrm>
            <a:off x="1441483" y="1127350"/>
            <a:ext cx="5584201" cy="3543710"/>
          </a:xfrm>
          <a:prstGeom prst="rect">
            <a:avLst/>
          </a:prstGeom>
        </p:spPr>
      </p:pic>
    </p:spTree>
    <p:extLst>
      <p:ext uri="{BB962C8B-B14F-4D97-AF65-F5344CB8AC3E}">
        <p14:creationId xmlns:p14="http://schemas.microsoft.com/office/powerpoint/2010/main" val="1695964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69AB-3C43-E348-30F6-8D4795049757}"/>
              </a:ext>
            </a:extLst>
          </p:cNvPr>
          <p:cNvSpPr>
            <a:spLocks noGrp="1"/>
          </p:cNvSpPr>
          <p:nvPr>
            <p:ph type="title"/>
          </p:nvPr>
        </p:nvSpPr>
        <p:spPr>
          <a:xfrm>
            <a:off x="2209800" y="147767"/>
            <a:ext cx="3797985" cy="649345"/>
          </a:xfrm>
        </p:spPr>
        <p:txBody>
          <a:bodyPr/>
          <a:lstStyle/>
          <a:p>
            <a:pPr algn="ctr"/>
            <a:r>
              <a:rPr lang="en-US" b="1" dirty="0">
                <a:latin typeface="Times New Roman" panose="02020603050405020304" pitchFamily="18" charset="0"/>
                <a:cs typeface="Times New Roman" panose="02020603050405020304" pitchFamily="18" charset="0"/>
              </a:rPr>
              <a:t>Plots</a:t>
            </a:r>
          </a:p>
        </p:txBody>
      </p:sp>
      <p:pic>
        <p:nvPicPr>
          <p:cNvPr id="5" name="Picture 4">
            <a:extLst>
              <a:ext uri="{FF2B5EF4-FFF2-40B4-BE49-F238E27FC236}">
                <a16:creationId xmlns:a16="http://schemas.microsoft.com/office/drawing/2014/main" id="{BF7262D3-DBEF-9894-33CD-96C149DDA9FF}"/>
              </a:ext>
            </a:extLst>
          </p:cNvPr>
          <p:cNvPicPr>
            <a:picLocks noChangeAspect="1"/>
          </p:cNvPicPr>
          <p:nvPr/>
        </p:nvPicPr>
        <p:blipFill>
          <a:blip r:embed="rId2"/>
          <a:stretch>
            <a:fillRect/>
          </a:stretch>
        </p:blipFill>
        <p:spPr>
          <a:xfrm>
            <a:off x="1181100" y="862262"/>
            <a:ext cx="6507116" cy="4037398"/>
          </a:xfrm>
          <a:prstGeom prst="rect">
            <a:avLst/>
          </a:prstGeom>
        </p:spPr>
      </p:pic>
    </p:spTree>
    <p:extLst>
      <p:ext uri="{BB962C8B-B14F-4D97-AF65-F5344CB8AC3E}">
        <p14:creationId xmlns:p14="http://schemas.microsoft.com/office/powerpoint/2010/main" val="2113532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69AB-3C43-E348-30F6-8D4795049757}"/>
              </a:ext>
            </a:extLst>
          </p:cNvPr>
          <p:cNvSpPr>
            <a:spLocks noGrp="1"/>
          </p:cNvSpPr>
          <p:nvPr>
            <p:ph type="title"/>
          </p:nvPr>
        </p:nvSpPr>
        <p:spPr>
          <a:xfrm>
            <a:off x="2209800" y="147767"/>
            <a:ext cx="3797985" cy="649345"/>
          </a:xfrm>
        </p:spPr>
        <p:txBody>
          <a:bodyPr/>
          <a:lstStyle/>
          <a:p>
            <a:pPr algn="ctr"/>
            <a:r>
              <a:rPr lang="en-US" b="1" dirty="0">
                <a:latin typeface="Times New Roman" panose="02020603050405020304" pitchFamily="18" charset="0"/>
                <a:cs typeface="Times New Roman" panose="02020603050405020304" pitchFamily="18" charset="0"/>
              </a:rPr>
              <a:t>Plots</a:t>
            </a:r>
          </a:p>
        </p:txBody>
      </p:sp>
      <p:pic>
        <p:nvPicPr>
          <p:cNvPr id="4" name="Picture 3">
            <a:extLst>
              <a:ext uri="{FF2B5EF4-FFF2-40B4-BE49-F238E27FC236}">
                <a16:creationId xmlns:a16="http://schemas.microsoft.com/office/drawing/2014/main" id="{F5A23BF6-84EB-B94A-326D-1D9DD8BE2AC7}"/>
              </a:ext>
            </a:extLst>
          </p:cNvPr>
          <p:cNvPicPr>
            <a:picLocks noChangeAspect="1"/>
          </p:cNvPicPr>
          <p:nvPr/>
        </p:nvPicPr>
        <p:blipFill>
          <a:blip r:embed="rId2"/>
          <a:stretch>
            <a:fillRect/>
          </a:stretch>
        </p:blipFill>
        <p:spPr>
          <a:xfrm>
            <a:off x="1112519" y="797112"/>
            <a:ext cx="6714745" cy="3859377"/>
          </a:xfrm>
          <a:prstGeom prst="rect">
            <a:avLst/>
          </a:prstGeom>
        </p:spPr>
      </p:pic>
    </p:spTree>
    <p:extLst>
      <p:ext uri="{BB962C8B-B14F-4D97-AF65-F5344CB8AC3E}">
        <p14:creationId xmlns:p14="http://schemas.microsoft.com/office/powerpoint/2010/main" val="691466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7" name="Google Shape;417;p46"/>
          <p:cNvSpPr txBox="1">
            <a:spLocks noGrp="1"/>
          </p:cNvSpPr>
          <p:nvPr>
            <p:ph type="ctrTitle"/>
          </p:nvPr>
        </p:nvSpPr>
        <p:spPr>
          <a:xfrm>
            <a:off x="713100" y="832650"/>
            <a:ext cx="4283400" cy="1417064"/>
          </a:xfrm>
          <a:prstGeom prst="rect">
            <a:avLst/>
          </a:prstGeom>
        </p:spPr>
        <p:txBody>
          <a:bodyPr spcFirstLastPara="1" wrap="square" lIns="91425" tIns="91425" rIns="91425" bIns="91425" anchor="t" anchorCtr="0">
            <a:noAutofit/>
          </a:bodyPr>
          <a:lstStyle/>
          <a:p>
            <a:pPr marL="0" lvl="0" indent="0" algn="l" rtl="0">
              <a:spcBef>
                <a:spcPts val="0"/>
              </a:spcBef>
              <a:spcAft>
                <a:spcPts val="200"/>
              </a:spcAft>
              <a:buNone/>
            </a:pPr>
            <a:r>
              <a:rPr lang="en" b="1" dirty="0">
                <a:solidFill>
                  <a:schemeClr val="lt1"/>
                </a:solidFill>
                <a:latin typeface="Times New Roman" panose="02020603050405020304" pitchFamily="18" charset="0"/>
                <a:cs typeface="Times New Roman" panose="02020603050405020304" pitchFamily="18" charset="0"/>
              </a:rPr>
              <a:t>Data validation</a:t>
            </a:r>
            <a:endParaRPr b="1" dirty="0">
              <a:latin typeface="Times New Roman" panose="02020603050405020304" pitchFamily="18" charset="0"/>
              <a:cs typeface="Times New Roman" panose="02020603050405020304" pitchFamily="18" charset="0"/>
            </a:endParaRPr>
          </a:p>
        </p:txBody>
      </p:sp>
      <p:sp>
        <p:nvSpPr>
          <p:cNvPr id="416" name="Google Shape;416;p46"/>
          <p:cNvSpPr txBox="1">
            <a:spLocks noGrp="1"/>
          </p:cNvSpPr>
          <p:nvPr>
            <p:ph type="body" idx="1"/>
          </p:nvPr>
        </p:nvSpPr>
        <p:spPr>
          <a:xfrm>
            <a:off x="713100" y="2571749"/>
            <a:ext cx="4283400" cy="186962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effectLst/>
                <a:latin typeface="Times New Roman" panose="02020603050405020304" pitchFamily="18" charset="0"/>
                <a:cs typeface="Times New Roman" panose="02020603050405020304" pitchFamily="18" charset="0"/>
              </a:rPr>
              <a:t>In our data we have many columns which could possibly be categorized. Thus, for the data columns we have used label encoding techniques. We have implemented K fold cross validation in the code since cross validation has shown better results on splits of the training and testing data than models based on a random splits.</a:t>
            </a:r>
            <a:endParaRPr dirty="0">
              <a:latin typeface="Times New Roman" panose="02020603050405020304" pitchFamily="18" charset="0"/>
              <a:cs typeface="Times New Roman" panose="02020603050405020304" pitchFamily="18" charset="0"/>
            </a:endParaRPr>
          </a:p>
        </p:txBody>
      </p:sp>
      <p:pic>
        <p:nvPicPr>
          <p:cNvPr id="418" name="Google Shape;418;p46"/>
          <p:cNvPicPr preferRelativeResize="0">
            <a:picLocks noGrp="1"/>
          </p:cNvPicPr>
          <p:nvPr>
            <p:ph type="pic" idx="2"/>
          </p:nvPr>
        </p:nvPicPr>
        <p:blipFill rotWithShape="1">
          <a:blip r:embed="rId3">
            <a:alphaModFix/>
          </a:blip>
          <a:srcRect l="28509" r="28509"/>
          <a:stretch/>
        </p:blipFill>
        <p:spPr>
          <a:prstGeom prst="rect">
            <a:avLst/>
          </a:prstGeom>
        </p:spPr>
      </p:pic>
      <p:pic>
        <p:nvPicPr>
          <p:cNvPr id="419" name="Google Shape;419;p46"/>
          <p:cNvPicPr preferRelativeResize="0"/>
          <p:nvPr/>
        </p:nvPicPr>
        <p:blipFill>
          <a:blip r:embed="rId4">
            <a:alphaModFix/>
          </a:blip>
          <a:stretch>
            <a:fillRect/>
          </a:stretch>
        </p:blipFill>
        <p:spPr>
          <a:xfrm rot="1603545">
            <a:off x="2653255" y="1288658"/>
            <a:ext cx="12356028" cy="952471"/>
          </a:xfrm>
          <a:prstGeom prst="rect">
            <a:avLst/>
          </a:prstGeom>
          <a:noFill/>
          <a:ln>
            <a:noFill/>
          </a:ln>
          <a:effectLst>
            <a:outerShdw blurRad="214313" dist="171450" dir="5400000" algn="bl" rotWithShape="0">
              <a:srgbClr val="191919">
                <a:alpha val="64000"/>
              </a:srgbClr>
            </a:outerShdw>
          </a:effectLst>
        </p:spPr>
      </p:pic>
      <p:pic>
        <p:nvPicPr>
          <p:cNvPr id="420" name="Google Shape;420;p46"/>
          <p:cNvPicPr preferRelativeResize="0"/>
          <p:nvPr/>
        </p:nvPicPr>
        <p:blipFill>
          <a:blip r:embed="rId5">
            <a:alphaModFix/>
          </a:blip>
          <a:stretch>
            <a:fillRect/>
          </a:stretch>
        </p:blipFill>
        <p:spPr>
          <a:xfrm rot="1016562">
            <a:off x="1314277" y="556563"/>
            <a:ext cx="12272241" cy="946011"/>
          </a:xfrm>
          <a:prstGeom prst="rect">
            <a:avLst/>
          </a:prstGeom>
          <a:noFill/>
          <a:ln>
            <a:noFill/>
          </a:ln>
          <a:effectLst>
            <a:outerShdw blurRad="214313" dist="171450" dir="5400000" algn="bl" rotWithShape="0">
              <a:srgbClr val="191919">
                <a:alpha val="64000"/>
              </a:srgbClr>
            </a:outerShdw>
          </a:effectLst>
        </p:spPr>
      </p:pic>
      <p:pic>
        <p:nvPicPr>
          <p:cNvPr id="421" name="Google Shape;421;p46"/>
          <p:cNvPicPr preferRelativeResize="0"/>
          <p:nvPr/>
        </p:nvPicPr>
        <p:blipFill>
          <a:blip r:embed="rId6">
            <a:alphaModFix/>
          </a:blip>
          <a:stretch>
            <a:fillRect/>
          </a:stretch>
        </p:blipFill>
        <p:spPr>
          <a:xfrm rot="-1854221" flipH="1">
            <a:off x="765284" y="4648465"/>
            <a:ext cx="12197165" cy="940226"/>
          </a:xfrm>
          <a:prstGeom prst="rect">
            <a:avLst/>
          </a:prstGeom>
          <a:noFill/>
          <a:ln>
            <a:noFill/>
          </a:ln>
          <a:effectLst>
            <a:outerShdw blurRad="214313" dist="171450" dir="5400000" algn="bl" rotWithShape="0">
              <a:srgbClr val="191919">
                <a:alpha val="64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50"/>
          <p:cNvSpPr txBox="1">
            <a:spLocks noGrp="1"/>
          </p:cNvSpPr>
          <p:nvPr>
            <p:ph type="ctr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200"/>
              </a:spcAft>
              <a:buNone/>
            </a:pPr>
            <a:r>
              <a:rPr lang="en" b="1" dirty="0">
                <a:solidFill>
                  <a:schemeClr val="lt1"/>
                </a:solidFill>
                <a:latin typeface="Times New Roman" panose="02020603050405020304" pitchFamily="18" charset="0"/>
                <a:cs typeface="Times New Roman" panose="02020603050405020304" pitchFamily="18" charset="0"/>
              </a:rPr>
              <a:t>Algorithms Used</a:t>
            </a:r>
            <a:endParaRPr b="1" dirty="0">
              <a:latin typeface="Times New Roman" panose="02020603050405020304" pitchFamily="18" charset="0"/>
              <a:cs typeface="Times New Roman" panose="02020603050405020304" pitchFamily="18" charset="0"/>
            </a:endParaRPr>
          </a:p>
        </p:txBody>
      </p:sp>
      <p:sp>
        <p:nvSpPr>
          <p:cNvPr id="479" name="Google Shape;479;p50"/>
          <p:cNvSpPr txBox="1">
            <a:spLocks noGrp="1"/>
          </p:cNvSpPr>
          <p:nvPr>
            <p:ph type="subTitle" idx="1"/>
          </p:nvPr>
        </p:nvSpPr>
        <p:spPr>
          <a:xfrm>
            <a:off x="2283125" y="2466905"/>
            <a:ext cx="2138700" cy="443700"/>
          </a:xfrm>
          <a:prstGeom prst="rect">
            <a:avLst/>
          </a:prstGeom>
        </p:spPr>
        <p:txBody>
          <a:bodyPr spcFirstLastPara="1" wrap="square" lIns="91425" tIns="91425" rIns="91425" bIns="91425" anchor="b" anchorCtr="0">
            <a:noAutofit/>
          </a:bodyPr>
          <a:lstStyle/>
          <a:p>
            <a:pPr marL="0" lvl="0" indent="0" algn="l" rtl="0">
              <a:spcBef>
                <a:spcPts val="0"/>
              </a:spcBef>
              <a:spcAft>
                <a:spcPts val="1200"/>
              </a:spcAft>
              <a:buNone/>
            </a:pPr>
            <a:r>
              <a:rPr lang="en" b="1" dirty="0">
                <a:latin typeface="Times New Roman" panose="02020603050405020304" pitchFamily="18" charset="0"/>
                <a:cs typeface="Times New Roman" panose="02020603050405020304" pitchFamily="18" charset="0"/>
              </a:rPr>
              <a:t>Logistic regression</a:t>
            </a:r>
            <a:endParaRPr b="1" dirty="0">
              <a:latin typeface="Times New Roman" panose="02020603050405020304" pitchFamily="18" charset="0"/>
              <a:cs typeface="Times New Roman" panose="02020603050405020304" pitchFamily="18" charset="0"/>
            </a:endParaRPr>
          </a:p>
        </p:txBody>
      </p:sp>
      <p:sp>
        <p:nvSpPr>
          <p:cNvPr id="483" name="Google Shape;483;p50"/>
          <p:cNvSpPr txBox="1">
            <a:spLocks noGrp="1"/>
          </p:cNvSpPr>
          <p:nvPr>
            <p:ph type="subTitle" idx="3"/>
          </p:nvPr>
        </p:nvSpPr>
        <p:spPr>
          <a:xfrm>
            <a:off x="2147904" y="3980798"/>
            <a:ext cx="2720502" cy="443700"/>
          </a:xfrm>
          <a:prstGeom prst="rect">
            <a:avLst/>
          </a:prstGeom>
        </p:spPr>
        <p:txBody>
          <a:bodyPr spcFirstLastPara="1" wrap="square" lIns="91425" tIns="91425" rIns="91425" bIns="91425" anchor="b" anchorCtr="0">
            <a:noAutofit/>
          </a:bodyPr>
          <a:lstStyle/>
          <a:p>
            <a:pPr marL="0" lvl="0" indent="0" algn="l" rtl="0">
              <a:spcBef>
                <a:spcPts val="0"/>
              </a:spcBef>
              <a:spcAft>
                <a:spcPts val="1200"/>
              </a:spcAft>
              <a:buNone/>
            </a:pPr>
            <a:r>
              <a:rPr lang="en" b="1" dirty="0">
                <a:latin typeface="Times New Roman" panose="02020603050405020304" pitchFamily="18" charset="0"/>
                <a:cs typeface="Times New Roman" panose="02020603050405020304" pitchFamily="18" charset="0"/>
              </a:rPr>
              <a:t>Random forest  classiification</a:t>
            </a:r>
            <a:endParaRPr b="1" dirty="0">
              <a:latin typeface="Times New Roman" panose="02020603050405020304" pitchFamily="18" charset="0"/>
              <a:cs typeface="Times New Roman" panose="02020603050405020304" pitchFamily="18" charset="0"/>
            </a:endParaRPr>
          </a:p>
        </p:txBody>
      </p:sp>
      <p:sp>
        <p:nvSpPr>
          <p:cNvPr id="485" name="Google Shape;485;p50"/>
          <p:cNvSpPr txBox="1">
            <a:spLocks noGrp="1"/>
          </p:cNvSpPr>
          <p:nvPr>
            <p:ph type="subTitle" idx="4"/>
          </p:nvPr>
        </p:nvSpPr>
        <p:spPr>
          <a:xfrm>
            <a:off x="5820810" y="3890229"/>
            <a:ext cx="2466285" cy="443700"/>
          </a:xfrm>
          <a:prstGeom prst="rect">
            <a:avLst/>
          </a:prstGeom>
        </p:spPr>
        <p:txBody>
          <a:bodyPr spcFirstLastPara="1" wrap="square" lIns="91425" tIns="91425" rIns="91425" bIns="91425" anchor="b" anchorCtr="0">
            <a:noAutofit/>
          </a:bodyPr>
          <a:lstStyle/>
          <a:p>
            <a:pPr marL="0" lvl="0" indent="0" algn="l" rtl="0">
              <a:spcBef>
                <a:spcPts val="0"/>
              </a:spcBef>
              <a:spcAft>
                <a:spcPts val="1200"/>
              </a:spcAft>
              <a:buNone/>
            </a:pPr>
            <a:r>
              <a:rPr lang="en" sz="2200" b="1" dirty="0">
                <a:latin typeface="Times New Roman" panose="02020603050405020304" pitchFamily="18" charset="0"/>
                <a:cs typeface="Times New Roman" panose="02020603050405020304" pitchFamily="18" charset="0"/>
              </a:rPr>
              <a:t>Random forect regression</a:t>
            </a:r>
            <a:endParaRPr sz="2200" b="1" dirty="0">
              <a:latin typeface="Times New Roman" panose="02020603050405020304" pitchFamily="18" charset="0"/>
              <a:cs typeface="Times New Roman" panose="02020603050405020304" pitchFamily="18" charset="0"/>
            </a:endParaRPr>
          </a:p>
        </p:txBody>
      </p:sp>
      <p:grpSp>
        <p:nvGrpSpPr>
          <p:cNvPr id="487" name="Google Shape;487;p50"/>
          <p:cNvGrpSpPr/>
          <p:nvPr/>
        </p:nvGrpSpPr>
        <p:grpSpPr>
          <a:xfrm>
            <a:off x="4978275" y="3504989"/>
            <a:ext cx="622796" cy="735766"/>
            <a:chOff x="5481207" y="4092519"/>
            <a:chExt cx="275232" cy="325186"/>
          </a:xfrm>
        </p:grpSpPr>
        <p:sp>
          <p:nvSpPr>
            <p:cNvPr id="488" name="Google Shape;488;p50"/>
            <p:cNvSpPr/>
            <p:nvPr/>
          </p:nvSpPr>
          <p:spPr>
            <a:xfrm>
              <a:off x="5550692" y="4198906"/>
              <a:ext cx="134102" cy="19014"/>
            </a:xfrm>
            <a:custGeom>
              <a:avLst/>
              <a:gdLst/>
              <a:ahLst/>
              <a:cxnLst/>
              <a:rect l="l" t="t" r="r" b="b"/>
              <a:pathLst>
                <a:path w="4408" h="625" extrusionOk="0">
                  <a:moveTo>
                    <a:pt x="411" y="1"/>
                  </a:moveTo>
                  <a:cubicBezTo>
                    <a:pt x="0" y="1"/>
                    <a:pt x="0" y="607"/>
                    <a:pt x="411" y="625"/>
                  </a:cubicBezTo>
                  <a:lnTo>
                    <a:pt x="4069" y="625"/>
                  </a:lnTo>
                  <a:cubicBezTo>
                    <a:pt x="4247" y="625"/>
                    <a:pt x="4408" y="464"/>
                    <a:pt x="4390" y="268"/>
                  </a:cubicBezTo>
                  <a:cubicBezTo>
                    <a:pt x="4372" y="108"/>
                    <a:pt x="4229" y="1"/>
                    <a:pt x="40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50"/>
            <p:cNvSpPr/>
            <p:nvPr/>
          </p:nvSpPr>
          <p:spPr>
            <a:xfrm>
              <a:off x="5551239" y="4157653"/>
              <a:ext cx="136810" cy="19014"/>
            </a:xfrm>
            <a:custGeom>
              <a:avLst/>
              <a:gdLst/>
              <a:ahLst/>
              <a:cxnLst/>
              <a:rect l="l" t="t" r="r" b="b"/>
              <a:pathLst>
                <a:path w="4497" h="625" extrusionOk="0">
                  <a:moveTo>
                    <a:pt x="411" y="0"/>
                  </a:moveTo>
                  <a:cubicBezTo>
                    <a:pt x="0" y="0"/>
                    <a:pt x="0" y="607"/>
                    <a:pt x="411" y="625"/>
                  </a:cubicBezTo>
                  <a:lnTo>
                    <a:pt x="4068" y="625"/>
                  </a:lnTo>
                  <a:cubicBezTo>
                    <a:pt x="4497" y="607"/>
                    <a:pt x="4497" y="0"/>
                    <a:pt x="40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50"/>
            <p:cNvSpPr/>
            <p:nvPr/>
          </p:nvSpPr>
          <p:spPr>
            <a:xfrm>
              <a:off x="5481207" y="4092519"/>
              <a:ext cx="275232" cy="325186"/>
            </a:xfrm>
            <a:custGeom>
              <a:avLst/>
              <a:gdLst/>
              <a:ahLst/>
              <a:cxnLst/>
              <a:rect l="l" t="t" r="r" b="b"/>
              <a:pathLst>
                <a:path w="9047" h="10689" extrusionOk="0">
                  <a:moveTo>
                    <a:pt x="7566" y="625"/>
                  </a:moveTo>
                  <a:lnTo>
                    <a:pt x="7566" y="6905"/>
                  </a:lnTo>
                  <a:lnTo>
                    <a:pt x="7138" y="6905"/>
                  </a:lnTo>
                  <a:lnTo>
                    <a:pt x="6031" y="5014"/>
                  </a:lnTo>
                  <a:cubicBezTo>
                    <a:pt x="5978" y="4925"/>
                    <a:pt x="5889" y="4871"/>
                    <a:pt x="5764" y="4871"/>
                  </a:cubicBezTo>
                  <a:lnTo>
                    <a:pt x="1499" y="4871"/>
                  </a:lnTo>
                  <a:lnTo>
                    <a:pt x="1499" y="625"/>
                  </a:lnTo>
                  <a:close/>
                  <a:moveTo>
                    <a:pt x="5550" y="5496"/>
                  </a:moveTo>
                  <a:lnTo>
                    <a:pt x="6656" y="7387"/>
                  </a:lnTo>
                  <a:cubicBezTo>
                    <a:pt x="6709" y="7476"/>
                    <a:pt x="6816" y="7530"/>
                    <a:pt x="6924" y="7530"/>
                  </a:cubicBezTo>
                  <a:lnTo>
                    <a:pt x="8404" y="7530"/>
                  </a:lnTo>
                  <a:lnTo>
                    <a:pt x="8404" y="10064"/>
                  </a:lnTo>
                  <a:lnTo>
                    <a:pt x="625" y="10064"/>
                  </a:lnTo>
                  <a:lnTo>
                    <a:pt x="625" y="5496"/>
                  </a:lnTo>
                  <a:close/>
                  <a:moveTo>
                    <a:pt x="1178" y="0"/>
                  </a:moveTo>
                  <a:cubicBezTo>
                    <a:pt x="1000" y="0"/>
                    <a:pt x="857" y="143"/>
                    <a:pt x="857" y="322"/>
                  </a:cubicBezTo>
                  <a:lnTo>
                    <a:pt x="857" y="4871"/>
                  </a:lnTo>
                  <a:lnTo>
                    <a:pt x="322" y="4871"/>
                  </a:lnTo>
                  <a:cubicBezTo>
                    <a:pt x="143" y="4871"/>
                    <a:pt x="1" y="5014"/>
                    <a:pt x="1" y="5175"/>
                  </a:cubicBezTo>
                  <a:lnTo>
                    <a:pt x="1" y="10385"/>
                  </a:lnTo>
                  <a:cubicBezTo>
                    <a:pt x="1" y="10545"/>
                    <a:pt x="143" y="10688"/>
                    <a:pt x="322" y="10688"/>
                  </a:cubicBezTo>
                  <a:lnTo>
                    <a:pt x="8726" y="10688"/>
                  </a:lnTo>
                  <a:cubicBezTo>
                    <a:pt x="8904" y="10688"/>
                    <a:pt x="9047" y="10545"/>
                    <a:pt x="9047" y="10385"/>
                  </a:cubicBezTo>
                  <a:lnTo>
                    <a:pt x="9047" y="7227"/>
                  </a:lnTo>
                  <a:cubicBezTo>
                    <a:pt x="9047" y="7048"/>
                    <a:pt x="8904" y="6905"/>
                    <a:pt x="8726" y="6905"/>
                  </a:cubicBezTo>
                  <a:lnTo>
                    <a:pt x="8190" y="6905"/>
                  </a:lnTo>
                  <a:lnTo>
                    <a:pt x="8190" y="322"/>
                  </a:lnTo>
                  <a:cubicBezTo>
                    <a:pt x="8190" y="143"/>
                    <a:pt x="8048" y="0"/>
                    <a:pt x="7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50"/>
          <p:cNvGrpSpPr/>
          <p:nvPr/>
        </p:nvGrpSpPr>
        <p:grpSpPr>
          <a:xfrm>
            <a:off x="1143326" y="2197621"/>
            <a:ext cx="928042" cy="735771"/>
            <a:chOff x="1275996" y="4125892"/>
            <a:chExt cx="326281" cy="258683"/>
          </a:xfrm>
        </p:grpSpPr>
        <p:sp>
          <p:nvSpPr>
            <p:cNvPr id="492" name="Google Shape;492;p50"/>
            <p:cNvSpPr/>
            <p:nvPr/>
          </p:nvSpPr>
          <p:spPr>
            <a:xfrm>
              <a:off x="1275996" y="4125892"/>
              <a:ext cx="326281" cy="258683"/>
            </a:xfrm>
            <a:custGeom>
              <a:avLst/>
              <a:gdLst/>
              <a:ahLst/>
              <a:cxnLst/>
              <a:rect l="l" t="t" r="r" b="b"/>
              <a:pathLst>
                <a:path w="10725" h="8503" extrusionOk="0">
                  <a:moveTo>
                    <a:pt x="5371" y="634"/>
                  </a:moveTo>
                  <a:lnTo>
                    <a:pt x="9350" y="2383"/>
                  </a:lnTo>
                  <a:lnTo>
                    <a:pt x="10046" y="4096"/>
                  </a:lnTo>
                  <a:lnTo>
                    <a:pt x="8708" y="5684"/>
                  </a:lnTo>
                  <a:lnTo>
                    <a:pt x="2017" y="5684"/>
                  </a:lnTo>
                  <a:lnTo>
                    <a:pt x="696" y="4274"/>
                  </a:lnTo>
                  <a:lnTo>
                    <a:pt x="1392" y="2383"/>
                  </a:lnTo>
                  <a:lnTo>
                    <a:pt x="5371" y="634"/>
                  </a:lnTo>
                  <a:close/>
                  <a:moveTo>
                    <a:pt x="8547" y="6308"/>
                  </a:moveTo>
                  <a:lnTo>
                    <a:pt x="8547" y="6879"/>
                  </a:lnTo>
                  <a:cubicBezTo>
                    <a:pt x="8547" y="7432"/>
                    <a:pt x="8101" y="7878"/>
                    <a:pt x="7548" y="7878"/>
                  </a:cubicBezTo>
                  <a:lnTo>
                    <a:pt x="3177" y="7878"/>
                  </a:lnTo>
                  <a:cubicBezTo>
                    <a:pt x="2641" y="7878"/>
                    <a:pt x="2195" y="7432"/>
                    <a:pt x="2195" y="6879"/>
                  </a:cubicBezTo>
                  <a:lnTo>
                    <a:pt x="2195" y="6308"/>
                  </a:lnTo>
                  <a:close/>
                  <a:moveTo>
                    <a:pt x="5360" y="1"/>
                  </a:moveTo>
                  <a:cubicBezTo>
                    <a:pt x="5318" y="1"/>
                    <a:pt x="5273" y="10"/>
                    <a:pt x="5228" y="27"/>
                  </a:cubicBezTo>
                  <a:lnTo>
                    <a:pt x="1018" y="1883"/>
                  </a:lnTo>
                  <a:cubicBezTo>
                    <a:pt x="946" y="1919"/>
                    <a:pt x="893" y="1972"/>
                    <a:pt x="857" y="2044"/>
                  </a:cubicBezTo>
                  <a:lnTo>
                    <a:pt x="36" y="4238"/>
                  </a:lnTo>
                  <a:cubicBezTo>
                    <a:pt x="1" y="4363"/>
                    <a:pt x="18" y="4470"/>
                    <a:pt x="108" y="4559"/>
                  </a:cubicBezTo>
                  <a:lnTo>
                    <a:pt x="1553" y="6130"/>
                  </a:lnTo>
                  <a:lnTo>
                    <a:pt x="1553" y="6879"/>
                  </a:lnTo>
                  <a:cubicBezTo>
                    <a:pt x="1553" y="7771"/>
                    <a:pt x="2284" y="8503"/>
                    <a:pt x="3177" y="8503"/>
                  </a:cubicBezTo>
                  <a:lnTo>
                    <a:pt x="7548" y="8503"/>
                  </a:lnTo>
                  <a:cubicBezTo>
                    <a:pt x="8440" y="8503"/>
                    <a:pt x="9154" y="7771"/>
                    <a:pt x="9154" y="6879"/>
                  </a:cubicBezTo>
                  <a:lnTo>
                    <a:pt x="9154" y="6112"/>
                  </a:lnTo>
                  <a:lnTo>
                    <a:pt x="10635" y="4345"/>
                  </a:lnTo>
                  <a:cubicBezTo>
                    <a:pt x="10706" y="4256"/>
                    <a:pt x="10724" y="4149"/>
                    <a:pt x="10670" y="4042"/>
                  </a:cubicBezTo>
                  <a:lnTo>
                    <a:pt x="9850" y="2044"/>
                  </a:lnTo>
                  <a:cubicBezTo>
                    <a:pt x="9832" y="1972"/>
                    <a:pt x="9761" y="1901"/>
                    <a:pt x="9689" y="1883"/>
                  </a:cubicBezTo>
                  <a:lnTo>
                    <a:pt x="5478" y="27"/>
                  </a:lnTo>
                  <a:cubicBezTo>
                    <a:pt x="5443" y="10"/>
                    <a:pt x="5402" y="1"/>
                    <a:pt x="53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50"/>
            <p:cNvSpPr/>
            <p:nvPr/>
          </p:nvSpPr>
          <p:spPr>
            <a:xfrm>
              <a:off x="1393244" y="4182630"/>
              <a:ext cx="92302" cy="98417"/>
            </a:xfrm>
            <a:custGeom>
              <a:avLst/>
              <a:gdLst/>
              <a:ahLst/>
              <a:cxnLst/>
              <a:rect l="l" t="t" r="r" b="b"/>
              <a:pathLst>
                <a:path w="3034" h="3235" extrusionOk="0">
                  <a:moveTo>
                    <a:pt x="1945" y="625"/>
                  </a:moveTo>
                  <a:cubicBezTo>
                    <a:pt x="2070" y="767"/>
                    <a:pt x="2231" y="892"/>
                    <a:pt x="2409" y="946"/>
                  </a:cubicBezTo>
                  <a:lnTo>
                    <a:pt x="2409" y="1695"/>
                  </a:lnTo>
                  <a:cubicBezTo>
                    <a:pt x="2409" y="1981"/>
                    <a:pt x="1910" y="2373"/>
                    <a:pt x="1499" y="2587"/>
                  </a:cubicBezTo>
                  <a:cubicBezTo>
                    <a:pt x="1107" y="2355"/>
                    <a:pt x="607" y="1981"/>
                    <a:pt x="607" y="1695"/>
                  </a:cubicBezTo>
                  <a:lnTo>
                    <a:pt x="607" y="946"/>
                  </a:lnTo>
                  <a:cubicBezTo>
                    <a:pt x="786" y="892"/>
                    <a:pt x="946" y="767"/>
                    <a:pt x="1053" y="625"/>
                  </a:cubicBezTo>
                  <a:close/>
                  <a:moveTo>
                    <a:pt x="893" y="0"/>
                  </a:moveTo>
                  <a:cubicBezTo>
                    <a:pt x="768" y="0"/>
                    <a:pt x="661" y="72"/>
                    <a:pt x="607" y="179"/>
                  </a:cubicBezTo>
                  <a:cubicBezTo>
                    <a:pt x="554" y="304"/>
                    <a:pt x="447" y="375"/>
                    <a:pt x="304" y="375"/>
                  </a:cubicBezTo>
                  <a:cubicBezTo>
                    <a:pt x="143" y="375"/>
                    <a:pt x="1" y="518"/>
                    <a:pt x="1" y="678"/>
                  </a:cubicBezTo>
                  <a:lnTo>
                    <a:pt x="1" y="1695"/>
                  </a:lnTo>
                  <a:cubicBezTo>
                    <a:pt x="1" y="2070"/>
                    <a:pt x="250" y="2445"/>
                    <a:pt x="732" y="2802"/>
                  </a:cubicBezTo>
                  <a:cubicBezTo>
                    <a:pt x="1053" y="3033"/>
                    <a:pt x="1374" y="3194"/>
                    <a:pt x="1374" y="3194"/>
                  </a:cubicBezTo>
                  <a:cubicBezTo>
                    <a:pt x="1419" y="3221"/>
                    <a:pt x="1468" y="3234"/>
                    <a:pt x="1515" y="3234"/>
                  </a:cubicBezTo>
                  <a:cubicBezTo>
                    <a:pt x="1562" y="3234"/>
                    <a:pt x="1606" y="3221"/>
                    <a:pt x="1642" y="3194"/>
                  </a:cubicBezTo>
                  <a:cubicBezTo>
                    <a:pt x="1660" y="3194"/>
                    <a:pt x="1981" y="3033"/>
                    <a:pt x="2302" y="2802"/>
                  </a:cubicBezTo>
                  <a:cubicBezTo>
                    <a:pt x="2784" y="2445"/>
                    <a:pt x="3034" y="2070"/>
                    <a:pt x="3034" y="1695"/>
                  </a:cubicBezTo>
                  <a:lnTo>
                    <a:pt x="3034" y="678"/>
                  </a:lnTo>
                  <a:cubicBezTo>
                    <a:pt x="3034" y="518"/>
                    <a:pt x="2891" y="375"/>
                    <a:pt x="2713" y="375"/>
                  </a:cubicBezTo>
                  <a:cubicBezTo>
                    <a:pt x="2588" y="375"/>
                    <a:pt x="2463" y="304"/>
                    <a:pt x="2409" y="179"/>
                  </a:cubicBezTo>
                  <a:cubicBezTo>
                    <a:pt x="2374" y="72"/>
                    <a:pt x="2249" y="0"/>
                    <a:pt x="21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 name="Google Shape;494;p50"/>
          <p:cNvGrpSpPr/>
          <p:nvPr/>
        </p:nvGrpSpPr>
        <p:grpSpPr>
          <a:xfrm>
            <a:off x="1285598" y="3505104"/>
            <a:ext cx="643513" cy="735775"/>
            <a:chOff x="1994149" y="3568887"/>
            <a:chExt cx="282838" cy="323361"/>
          </a:xfrm>
        </p:grpSpPr>
        <p:sp>
          <p:nvSpPr>
            <p:cNvPr id="495" name="Google Shape;495;p50"/>
            <p:cNvSpPr/>
            <p:nvPr/>
          </p:nvSpPr>
          <p:spPr>
            <a:xfrm>
              <a:off x="1994149" y="3568887"/>
              <a:ext cx="282838" cy="205017"/>
            </a:xfrm>
            <a:custGeom>
              <a:avLst/>
              <a:gdLst/>
              <a:ahLst/>
              <a:cxnLst/>
              <a:rect l="l" t="t" r="r" b="b"/>
              <a:pathLst>
                <a:path w="9297" h="6739" extrusionOk="0">
                  <a:moveTo>
                    <a:pt x="6394" y="638"/>
                  </a:moveTo>
                  <a:cubicBezTo>
                    <a:pt x="6708" y="638"/>
                    <a:pt x="7013" y="884"/>
                    <a:pt x="7013" y="1243"/>
                  </a:cubicBezTo>
                  <a:lnTo>
                    <a:pt x="7013" y="4758"/>
                  </a:lnTo>
                  <a:lnTo>
                    <a:pt x="2266" y="4758"/>
                  </a:lnTo>
                  <a:lnTo>
                    <a:pt x="2266" y="1243"/>
                  </a:lnTo>
                  <a:cubicBezTo>
                    <a:pt x="2266" y="875"/>
                    <a:pt x="2574" y="642"/>
                    <a:pt x="2890" y="642"/>
                  </a:cubicBezTo>
                  <a:cubicBezTo>
                    <a:pt x="3050" y="642"/>
                    <a:pt x="3211" y="701"/>
                    <a:pt x="3337" y="833"/>
                  </a:cubicBezTo>
                  <a:lnTo>
                    <a:pt x="4408" y="1975"/>
                  </a:lnTo>
                  <a:cubicBezTo>
                    <a:pt x="4470" y="2046"/>
                    <a:pt x="4559" y="2082"/>
                    <a:pt x="4648" y="2082"/>
                  </a:cubicBezTo>
                  <a:cubicBezTo>
                    <a:pt x="4738" y="2082"/>
                    <a:pt x="4827" y="2046"/>
                    <a:pt x="4889" y="1975"/>
                  </a:cubicBezTo>
                  <a:lnTo>
                    <a:pt x="5960" y="833"/>
                  </a:lnTo>
                  <a:cubicBezTo>
                    <a:pt x="6083" y="698"/>
                    <a:pt x="6240" y="638"/>
                    <a:pt x="6394" y="638"/>
                  </a:cubicBezTo>
                  <a:close/>
                  <a:moveTo>
                    <a:pt x="7655" y="5418"/>
                  </a:moveTo>
                  <a:cubicBezTo>
                    <a:pt x="8083" y="5418"/>
                    <a:pt x="8440" y="5704"/>
                    <a:pt x="8583" y="6079"/>
                  </a:cubicBezTo>
                  <a:lnTo>
                    <a:pt x="714" y="6079"/>
                  </a:lnTo>
                  <a:cubicBezTo>
                    <a:pt x="857" y="5704"/>
                    <a:pt x="1214" y="5418"/>
                    <a:pt x="1642" y="5418"/>
                  </a:cubicBezTo>
                  <a:close/>
                  <a:moveTo>
                    <a:pt x="2909" y="0"/>
                  </a:moveTo>
                  <a:cubicBezTo>
                    <a:pt x="2258" y="0"/>
                    <a:pt x="1624" y="500"/>
                    <a:pt x="1624" y="1261"/>
                  </a:cubicBezTo>
                  <a:lnTo>
                    <a:pt x="1624" y="4776"/>
                  </a:lnTo>
                  <a:cubicBezTo>
                    <a:pt x="732" y="4776"/>
                    <a:pt x="0" y="5508"/>
                    <a:pt x="0" y="6418"/>
                  </a:cubicBezTo>
                  <a:cubicBezTo>
                    <a:pt x="0" y="6596"/>
                    <a:pt x="143" y="6739"/>
                    <a:pt x="322" y="6739"/>
                  </a:cubicBezTo>
                  <a:lnTo>
                    <a:pt x="8975" y="6739"/>
                  </a:lnTo>
                  <a:cubicBezTo>
                    <a:pt x="9154" y="6739"/>
                    <a:pt x="9296" y="6596"/>
                    <a:pt x="9296" y="6418"/>
                  </a:cubicBezTo>
                  <a:cubicBezTo>
                    <a:pt x="9296" y="5508"/>
                    <a:pt x="8583" y="4776"/>
                    <a:pt x="7673" y="4776"/>
                  </a:cubicBezTo>
                  <a:lnTo>
                    <a:pt x="7673" y="1261"/>
                  </a:lnTo>
                  <a:cubicBezTo>
                    <a:pt x="7673" y="500"/>
                    <a:pt x="7046" y="0"/>
                    <a:pt x="6396" y="0"/>
                  </a:cubicBezTo>
                  <a:cubicBezTo>
                    <a:pt x="6071" y="0"/>
                    <a:pt x="5740" y="125"/>
                    <a:pt x="5478" y="405"/>
                  </a:cubicBezTo>
                  <a:lnTo>
                    <a:pt x="4657" y="1279"/>
                  </a:lnTo>
                  <a:lnTo>
                    <a:pt x="3819" y="405"/>
                  </a:lnTo>
                  <a:cubicBezTo>
                    <a:pt x="3563" y="125"/>
                    <a:pt x="3234" y="0"/>
                    <a:pt x="29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50"/>
            <p:cNvSpPr/>
            <p:nvPr/>
          </p:nvSpPr>
          <p:spPr>
            <a:xfrm>
              <a:off x="2010425" y="3813514"/>
              <a:ext cx="249191" cy="78733"/>
            </a:xfrm>
            <a:custGeom>
              <a:avLst/>
              <a:gdLst/>
              <a:ahLst/>
              <a:cxnLst/>
              <a:rect l="l" t="t" r="r" b="b"/>
              <a:pathLst>
                <a:path w="8191" h="2588" extrusionOk="0">
                  <a:moveTo>
                    <a:pt x="3070" y="660"/>
                  </a:moveTo>
                  <a:lnTo>
                    <a:pt x="3070" y="785"/>
                  </a:lnTo>
                  <a:cubicBezTo>
                    <a:pt x="3034" y="1588"/>
                    <a:pt x="2445" y="1990"/>
                    <a:pt x="1859" y="1990"/>
                  </a:cubicBezTo>
                  <a:cubicBezTo>
                    <a:pt x="1272" y="1990"/>
                    <a:pt x="688" y="1588"/>
                    <a:pt x="661" y="785"/>
                  </a:cubicBezTo>
                  <a:lnTo>
                    <a:pt x="661" y="660"/>
                  </a:lnTo>
                  <a:close/>
                  <a:moveTo>
                    <a:pt x="7512" y="660"/>
                  </a:moveTo>
                  <a:lnTo>
                    <a:pt x="7512" y="785"/>
                  </a:lnTo>
                  <a:cubicBezTo>
                    <a:pt x="7486" y="1588"/>
                    <a:pt x="6897" y="1990"/>
                    <a:pt x="6308" y="1990"/>
                  </a:cubicBezTo>
                  <a:cubicBezTo>
                    <a:pt x="5719" y="1990"/>
                    <a:pt x="5130" y="1588"/>
                    <a:pt x="5104" y="785"/>
                  </a:cubicBezTo>
                  <a:lnTo>
                    <a:pt x="5104" y="660"/>
                  </a:lnTo>
                  <a:close/>
                  <a:moveTo>
                    <a:pt x="340" y="0"/>
                  </a:moveTo>
                  <a:cubicBezTo>
                    <a:pt x="143" y="0"/>
                    <a:pt x="1" y="143"/>
                    <a:pt x="1" y="321"/>
                  </a:cubicBezTo>
                  <a:lnTo>
                    <a:pt x="1" y="767"/>
                  </a:lnTo>
                  <a:cubicBezTo>
                    <a:pt x="54" y="1981"/>
                    <a:pt x="964" y="2587"/>
                    <a:pt x="1874" y="2587"/>
                  </a:cubicBezTo>
                  <a:cubicBezTo>
                    <a:pt x="2784" y="2587"/>
                    <a:pt x="3694" y="1981"/>
                    <a:pt x="3748" y="767"/>
                  </a:cubicBezTo>
                  <a:lnTo>
                    <a:pt x="3748" y="643"/>
                  </a:lnTo>
                  <a:lnTo>
                    <a:pt x="4443" y="643"/>
                  </a:lnTo>
                  <a:lnTo>
                    <a:pt x="4443" y="767"/>
                  </a:lnTo>
                  <a:cubicBezTo>
                    <a:pt x="4497" y="1981"/>
                    <a:pt x="5407" y="2587"/>
                    <a:pt x="6317" y="2587"/>
                  </a:cubicBezTo>
                  <a:cubicBezTo>
                    <a:pt x="7227" y="2587"/>
                    <a:pt x="8137" y="1981"/>
                    <a:pt x="8190" y="767"/>
                  </a:cubicBezTo>
                  <a:lnTo>
                    <a:pt x="8190" y="321"/>
                  </a:lnTo>
                  <a:cubicBezTo>
                    <a:pt x="8190" y="143"/>
                    <a:pt x="8030" y="0"/>
                    <a:pt x="78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53"/>
          <p:cNvSpPr txBox="1">
            <a:spLocks noGrp="1"/>
          </p:cNvSpPr>
          <p:nvPr>
            <p:ph type="ctrTitle"/>
          </p:nvPr>
        </p:nvSpPr>
        <p:spPr>
          <a:xfrm>
            <a:off x="4056950" y="894325"/>
            <a:ext cx="4373700" cy="1149000"/>
          </a:xfrm>
          <a:prstGeom prst="rect">
            <a:avLst/>
          </a:prstGeom>
        </p:spPr>
        <p:txBody>
          <a:bodyPr spcFirstLastPara="1" wrap="square" lIns="91425" tIns="91425" rIns="91425" bIns="91425" anchor="b" anchorCtr="0">
            <a:noAutofit/>
          </a:bodyPr>
          <a:lstStyle/>
          <a:p>
            <a:pPr marL="0" lvl="0" indent="0" algn="just" rtl="0">
              <a:spcBef>
                <a:spcPts val="0"/>
              </a:spcBef>
              <a:spcAft>
                <a:spcPts val="0"/>
              </a:spcAft>
              <a:buNone/>
            </a:pPr>
            <a:r>
              <a:rPr lang="en-US" dirty="0">
                <a:solidFill>
                  <a:schemeClr val="lt1"/>
                </a:solidFill>
                <a:latin typeface="Times New Roman" panose="02020603050405020304" pitchFamily="18" charset="0"/>
                <a:cs typeface="Times New Roman" panose="02020603050405020304" pitchFamily="18" charset="0"/>
              </a:rPr>
              <a:t>Algorithm </a:t>
            </a:r>
            <a:br>
              <a:rPr lang="en-US" dirty="0">
                <a:solidFill>
                  <a:schemeClr val="lt1"/>
                </a:solidFill>
                <a:latin typeface="Times New Roman" panose="02020603050405020304" pitchFamily="18" charset="0"/>
                <a:cs typeface="Times New Roman" panose="02020603050405020304" pitchFamily="18" charset="0"/>
              </a:rPr>
            </a:br>
            <a:r>
              <a:rPr lang="en-US" dirty="0">
                <a:solidFill>
                  <a:schemeClr val="lt1"/>
                </a:solidFill>
                <a:latin typeface="Times New Roman" panose="02020603050405020304" pitchFamily="18" charset="0"/>
                <a:cs typeface="Times New Roman" panose="02020603050405020304" pitchFamily="18" charset="0"/>
              </a:rPr>
              <a:t>Comparison</a:t>
            </a:r>
            <a:endParaRPr dirty="0">
              <a:latin typeface="Times New Roman" panose="02020603050405020304" pitchFamily="18" charset="0"/>
              <a:cs typeface="Times New Roman" panose="02020603050405020304" pitchFamily="18" charset="0"/>
            </a:endParaRPr>
          </a:p>
        </p:txBody>
      </p:sp>
      <p:sp>
        <p:nvSpPr>
          <p:cNvPr id="533" name="Google Shape;533;p53"/>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After using all the models, we are finalizing the model by the score produced by each model.</a:t>
            </a:r>
            <a:endParaRPr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BE51C4F-F02B-7D31-5C73-0E3732C4AEAB}"/>
              </a:ext>
            </a:extLst>
          </p:cNvPr>
          <p:cNvPicPr>
            <a:picLocks noChangeAspect="1"/>
          </p:cNvPicPr>
          <p:nvPr/>
        </p:nvPicPr>
        <p:blipFill>
          <a:blip r:embed="rId3"/>
          <a:stretch>
            <a:fillRect/>
          </a:stretch>
        </p:blipFill>
        <p:spPr>
          <a:xfrm>
            <a:off x="1843952" y="2319337"/>
            <a:ext cx="6772275" cy="5048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60"/>
          <p:cNvSpPr txBox="1">
            <a:spLocks noGrp="1"/>
          </p:cNvSpPr>
          <p:nvPr>
            <p:ph type="ctrTitle"/>
          </p:nvPr>
        </p:nvSpPr>
        <p:spPr>
          <a:xfrm>
            <a:off x="1651075" y="782782"/>
            <a:ext cx="5841900" cy="120534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b="1" dirty="0">
                <a:latin typeface="Times New Roman" panose="02020603050405020304" pitchFamily="18" charset="0"/>
                <a:cs typeface="Times New Roman" panose="02020603050405020304" pitchFamily="18" charset="0"/>
              </a:rPr>
              <a:t>Model Prediction</a:t>
            </a:r>
            <a:endParaRPr b="1" dirty="0">
              <a:latin typeface="Times New Roman" panose="02020603050405020304" pitchFamily="18" charset="0"/>
              <a:cs typeface="Times New Roman" panose="02020603050405020304" pitchFamily="18" charset="0"/>
            </a:endParaRPr>
          </a:p>
        </p:txBody>
      </p:sp>
      <p:sp>
        <p:nvSpPr>
          <p:cNvPr id="595" name="Google Shape;595;p60"/>
          <p:cNvSpPr txBox="1">
            <a:spLocks noGrp="1"/>
          </p:cNvSpPr>
          <p:nvPr>
            <p:ph type="subTitle" idx="1"/>
          </p:nvPr>
        </p:nvSpPr>
        <p:spPr>
          <a:xfrm>
            <a:off x="835170" y="3727471"/>
            <a:ext cx="7717500" cy="746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We are calculating the scores for each model taken in the process</a:t>
            </a:r>
            <a:endParaRPr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FAFA9B5-F859-059C-FCA0-778F1D3E3CAA}"/>
              </a:ext>
            </a:extLst>
          </p:cNvPr>
          <p:cNvPicPr>
            <a:picLocks noChangeAspect="1"/>
          </p:cNvPicPr>
          <p:nvPr/>
        </p:nvPicPr>
        <p:blipFill>
          <a:blip r:embed="rId3"/>
          <a:stretch>
            <a:fillRect/>
          </a:stretch>
        </p:blipFill>
        <p:spPr>
          <a:xfrm>
            <a:off x="2347911" y="2373890"/>
            <a:ext cx="3990975" cy="8667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52"/>
          <p:cNvSpPr txBox="1">
            <a:spLocks noGrp="1"/>
          </p:cNvSpPr>
          <p:nvPr>
            <p:ph type="ctrTitle"/>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200"/>
              </a:spcAft>
              <a:buNone/>
            </a:pPr>
            <a:r>
              <a:rPr lang="en" dirty="0">
                <a:solidFill>
                  <a:schemeClr val="lt1"/>
                </a:solidFill>
                <a:latin typeface="Times New Roman" panose="02020603050405020304" pitchFamily="18" charset="0"/>
                <a:cs typeface="Times New Roman" panose="02020603050405020304" pitchFamily="18" charset="0"/>
              </a:rPr>
              <a:t>Thank You</a:t>
            </a:r>
            <a:endParaRPr dirty="0">
              <a:latin typeface="Times New Roman" panose="02020603050405020304" pitchFamily="18" charset="0"/>
              <a:cs typeface="Times New Roman" panose="02020603050405020304" pitchFamily="18" charset="0"/>
            </a:endParaRPr>
          </a:p>
        </p:txBody>
      </p:sp>
      <p:sp>
        <p:nvSpPr>
          <p:cNvPr id="2" name="Google Shape;1072;p75">
            <a:extLst>
              <a:ext uri="{FF2B5EF4-FFF2-40B4-BE49-F238E27FC236}">
                <a16:creationId xmlns:a16="http://schemas.microsoft.com/office/drawing/2014/main" id="{0DB9AFD6-6FD7-5930-675A-E59364A47D17}"/>
              </a:ext>
            </a:extLst>
          </p:cNvPr>
          <p:cNvSpPr/>
          <p:nvPr/>
        </p:nvSpPr>
        <p:spPr>
          <a:xfrm>
            <a:off x="925750" y="1455477"/>
            <a:ext cx="324638" cy="254058"/>
          </a:xfrm>
          <a:custGeom>
            <a:avLst/>
            <a:gdLst/>
            <a:ahLst/>
            <a:cxnLst/>
            <a:rect l="l" t="t" r="r" b="b"/>
            <a:pathLst>
              <a:path w="10671" h="8351" extrusionOk="0">
                <a:moveTo>
                  <a:pt x="10046" y="1303"/>
                </a:moveTo>
                <a:lnTo>
                  <a:pt x="10046" y="2730"/>
                </a:lnTo>
                <a:lnTo>
                  <a:pt x="607" y="2730"/>
                </a:lnTo>
                <a:lnTo>
                  <a:pt x="607" y="1303"/>
                </a:lnTo>
                <a:close/>
                <a:moveTo>
                  <a:pt x="5335" y="4693"/>
                </a:moveTo>
                <a:lnTo>
                  <a:pt x="5335" y="4943"/>
                </a:lnTo>
                <a:cubicBezTo>
                  <a:pt x="5335" y="5246"/>
                  <a:pt x="5086" y="5478"/>
                  <a:pt x="4800" y="5478"/>
                </a:cubicBezTo>
                <a:lnTo>
                  <a:pt x="3872" y="5478"/>
                </a:lnTo>
                <a:lnTo>
                  <a:pt x="3872" y="4693"/>
                </a:lnTo>
                <a:close/>
                <a:moveTo>
                  <a:pt x="8440" y="3355"/>
                </a:moveTo>
                <a:lnTo>
                  <a:pt x="8083" y="4051"/>
                </a:lnTo>
                <a:lnTo>
                  <a:pt x="3551" y="4051"/>
                </a:lnTo>
                <a:cubicBezTo>
                  <a:pt x="3391" y="4051"/>
                  <a:pt x="3248" y="4193"/>
                  <a:pt x="3248" y="4372"/>
                </a:cubicBezTo>
                <a:lnTo>
                  <a:pt x="3248" y="7726"/>
                </a:lnTo>
                <a:lnTo>
                  <a:pt x="1321" y="7726"/>
                </a:lnTo>
                <a:lnTo>
                  <a:pt x="1321" y="3355"/>
                </a:lnTo>
                <a:close/>
                <a:moveTo>
                  <a:pt x="1009" y="0"/>
                </a:moveTo>
                <a:cubicBezTo>
                  <a:pt x="857" y="0"/>
                  <a:pt x="705" y="107"/>
                  <a:pt x="696" y="322"/>
                </a:cubicBezTo>
                <a:lnTo>
                  <a:pt x="696" y="678"/>
                </a:lnTo>
                <a:lnTo>
                  <a:pt x="322" y="678"/>
                </a:lnTo>
                <a:cubicBezTo>
                  <a:pt x="143" y="678"/>
                  <a:pt x="0" y="821"/>
                  <a:pt x="0" y="1000"/>
                </a:cubicBezTo>
                <a:lnTo>
                  <a:pt x="0" y="3034"/>
                </a:lnTo>
                <a:cubicBezTo>
                  <a:pt x="0" y="3212"/>
                  <a:pt x="143" y="3355"/>
                  <a:pt x="322" y="3355"/>
                </a:cubicBezTo>
                <a:lnTo>
                  <a:pt x="696" y="3355"/>
                </a:lnTo>
                <a:lnTo>
                  <a:pt x="696" y="8047"/>
                </a:lnTo>
                <a:cubicBezTo>
                  <a:pt x="696" y="8226"/>
                  <a:pt x="839" y="8351"/>
                  <a:pt x="1017" y="8351"/>
                </a:cubicBezTo>
                <a:lnTo>
                  <a:pt x="3587" y="8351"/>
                </a:lnTo>
                <a:cubicBezTo>
                  <a:pt x="3747" y="8351"/>
                  <a:pt x="3872" y="8226"/>
                  <a:pt x="3872" y="8083"/>
                </a:cubicBezTo>
                <a:lnTo>
                  <a:pt x="3872" y="6103"/>
                </a:lnTo>
                <a:lnTo>
                  <a:pt x="4907" y="6103"/>
                </a:lnTo>
                <a:cubicBezTo>
                  <a:pt x="5496" y="6103"/>
                  <a:pt x="5960" y="5639"/>
                  <a:pt x="5960" y="5068"/>
                </a:cubicBezTo>
                <a:lnTo>
                  <a:pt x="5960" y="4693"/>
                </a:lnTo>
                <a:lnTo>
                  <a:pt x="8315" y="4693"/>
                </a:lnTo>
                <a:cubicBezTo>
                  <a:pt x="8422" y="4693"/>
                  <a:pt x="8529" y="4622"/>
                  <a:pt x="8583" y="4515"/>
                </a:cubicBezTo>
                <a:lnTo>
                  <a:pt x="9172" y="3355"/>
                </a:lnTo>
                <a:lnTo>
                  <a:pt x="10367" y="3355"/>
                </a:lnTo>
                <a:cubicBezTo>
                  <a:pt x="10528" y="3355"/>
                  <a:pt x="10670" y="3212"/>
                  <a:pt x="10670" y="3034"/>
                </a:cubicBezTo>
                <a:lnTo>
                  <a:pt x="10670" y="1000"/>
                </a:lnTo>
                <a:cubicBezTo>
                  <a:pt x="10670" y="821"/>
                  <a:pt x="10528" y="678"/>
                  <a:pt x="10367" y="678"/>
                </a:cubicBezTo>
                <a:lnTo>
                  <a:pt x="1321" y="678"/>
                </a:lnTo>
                <a:lnTo>
                  <a:pt x="1321" y="322"/>
                </a:lnTo>
                <a:cubicBezTo>
                  <a:pt x="1312" y="107"/>
                  <a:pt x="1160" y="0"/>
                  <a:pt x="10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 name="Google Shape;940;p75">
            <a:extLst>
              <a:ext uri="{FF2B5EF4-FFF2-40B4-BE49-F238E27FC236}">
                <a16:creationId xmlns:a16="http://schemas.microsoft.com/office/drawing/2014/main" id="{717E314F-0991-5516-2634-740B438596DB}"/>
              </a:ext>
            </a:extLst>
          </p:cNvPr>
          <p:cNvGrpSpPr/>
          <p:nvPr/>
        </p:nvGrpSpPr>
        <p:grpSpPr>
          <a:xfrm>
            <a:off x="6303770" y="3919518"/>
            <a:ext cx="325156" cy="294764"/>
            <a:chOff x="7546103" y="3058458"/>
            <a:chExt cx="325156" cy="294764"/>
          </a:xfrm>
        </p:grpSpPr>
        <p:sp>
          <p:nvSpPr>
            <p:cNvPr id="4" name="Google Shape;941;p75">
              <a:extLst>
                <a:ext uri="{FF2B5EF4-FFF2-40B4-BE49-F238E27FC236}">
                  <a16:creationId xmlns:a16="http://schemas.microsoft.com/office/drawing/2014/main" id="{C236FF38-5FD1-AD8A-5163-8C16AB45356B}"/>
                </a:ext>
              </a:extLst>
            </p:cNvPr>
            <p:cNvSpPr/>
            <p:nvPr/>
          </p:nvSpPr>
          <p:spPr>
            <a:xfrm>
              <a:off x="7546103" y="3058458"/>
              <a:ext cx="325156" cy="294764"/>
            </a:xfrm>
            <a:custGeom>
              <a:avLst/>
              <a:gdLst/>
              <a:ahLst/>
              <a:cxnLst/>
              <a:rect l="l" t="t" r="r" b="b"/>
              <a:pathLst>
                <a:path w="10688" h="9689" extrusionOk="0">
                  <a:moveTo>
                    <a:pt x="5409" y="625"/>
                  </a:moveTo>
                  <a:cubicBezTo>
                    <a:pt x="5750" y="625"/>
                    <a:pt x="6093" y="857"/>
                    <a:pt x="6120" y="1321"/>
                  </a:cubicBezTo>
                  <a:lnTo>
                    <a:pt x="6120" y="1374"/>
                  </a:lnTo>
                  <a:cubicBezTo>
                    <a:pt x="6120" y="1552"/>
                    <a:pt x="6245" y="1695"/>
                    <a:pt x="6423" y="1695"/>
                  </a:cubicBezTo>
                  <a:lnTo>
                    <a:pt x="6887" y="1695"/>
                  </a:lnTo>
                  <a:lnTo>
                    <a:pt x="6887" y="2944"/>
                  </a:lnTo>
                  <a:lnTo>
                    <a:pt x="3925" y="2944"/>
                  </a:lnTo>
                  <a:lnTo>
                    <a:pt x="3925" y="1695"/>
                  </a:lnTo>
                  <a:lnTo>
                    <a:pt x="4407" y="1695"/>
                  </a:lnTo>
                  <a:cubicBezTo>
                    <a:pt x="4568" y="1695"/>
                    <a:pt x="4710" y="1552"/>
                    <a:pt x="4710" y="1374"/>
                  </a:cubicBezTo>
                  <a:lnTo>
                    <a:pt x="4710" y="1321"/>
                  </a:lnTo>
                  <a:cubicBezTo>
                    <a:pt x="4728" y="857"/>
                    <a:pt x="5067" y="625"/>
                    <a:pt x="5409" y="625"/>
                  </a:cubicBezTo>
                  <a:close/>
                  <a:moveTo>
                    <a:pt x="10063" y="2944"/>
                  </a:moveTo>
                  <a:lnTo>
                    <a:pt x="10063" y="9064"/>
                  </a:lnTo>
                  <a:lnTo>
                    <a:pt x="624" y="9064"/>
                  </a:lnTo>
                  <a:lnTo>
                    <a:pt x="624" y="2944"/>
                  </a:lnTo>
                  <a:lnTo>
                    <a:pt x="3301" y="2944"/>
                  </a:lnTo>
                  <a:lnTo>
                    <a:pt x="3301" y="3265"/>
                  </a:lnTo>
                  <a:cubicBezTo>
                    <a:pt x="3301" y="3283"/>
                    <a:pt x="3301" y="3319"/>
                    <a:pt x="3301" y="3337"/>
                  </a:cubicBezTo>
                  <a:cubicBezTo>
                    <a:pt x="3337" y="3479"/>
                    <a:pt x="3461" y="3569"/>
                    <a:pt x="3604" y="3569"/>
                  </a:cubicBezTo>
                  <a:lnTo>
                    <a:pt x="7298" y="3569"/>
                  </a:lnTo>
                  <a:cubicBezTo>
                    <a:pt x="7440" y="3515"/>
                    <a:pt x="7530" y="3390"/>
                    <a:pt x="7530" y="3265"/>
                  </a:cubicBezTo>
                  <a:lnTo>
                    <a:pt x="7530" y="2944"/>
                  </a:lnTo>
                  <a:close/>
                  <a:moveTo>
                    <a:pt x="5397" y="0"/>
                  </a:moveTo>
                  <a:cubicBezTo>
                    <a:pt x="4822" y="0"/>
                    <a:pt x="4247" y="357"/>
                    <a:pt x="4104" y="1071"/>
                  </a:cubicBezTo>
                  <a:lnTo>
                    <a:pt x="3604" y="1071"/>
                  </a:lnTo>
                  <a:cubicBezTo>
                    <a:pt x="3444" y="1071"/>
                    <a:pt x="3301" y="1213"/>
                    <a:pt x="3301" y="1374"/>
                  </a:cubicBezTo>
                  <a:lnTo>
                    <a:pt x="3283" y="2320"/>
                  </a:lnTo>
                  <a:lnTo>
                    <a:pt x="303" y="2320"/>
                  </a:lnTo>
                  <a:cubicBezTo>
                    <a:pt x="143" y="2320"/>
                    <a:pt x="0" y="2462"/>
                    <a:pt x="0" y="2641"/>
                  </a:cubicBezTo>
                  <a:lnTo>
                    <a:pt x="0" y="9368"/>
                  </a:lnTo>
                  <a:cubicBezTo>
                    <a:pt x="0" y="9546"/>
                    <a:pt x="143" y="9689"/>
                    <a:pt x="303" y="9689"/>
                  </a:cubicBezTo>
                  <a:lnTo>
                    <a:pt x="10367" y="9689"/>
                  </a:lnTo>
                  <a:cubicBezTo>
                    <a:pt x="10545" y="9689"/>
                    <a:pt x="10688" y="9546"/>
                    <a:pt x="10688" y="9368"/>
                  </a:cubicBezTo>
                  <a:lnTo>
                    <a:pt x="10688" y="2641"/>
                  </a:lnTo>
                  <a:cubicBezTo>
                    <a:pt x="10688" y="2462"/>
                    <a:pt x="10545" y="2320"/>
                    <a:pt x="10367" y="2320"/>
                  </a:cubicBezTo>
                  <a:lnTo>
                    <a:pt x="7512" y="2320"/>
                  </a:lnTo>
                  <a:lnTo>
                    <a:pt x="7512" y="1374"/>
                  </a:lnTo>
                  <a:cubicBezTo>
                    <a:pt x="7494" y="1213"/>
                    <a:pt x="7369" y="1071"/>
                    <a:pt x="7191" y="1071"/>
                  </a:cubicBezTo>
                  <a:lnTo>
                    <a:pt x="6691" y="1071"/>
                  </a:lnTo>
                  <a:cubicBezTo>
                    <a:pt x="6548" y="357"/>
                    <a:pt x="5973" y="0"/>
                    <a:pt x="53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942;p75">
              <a:extLst>
                <a:ext uri="{FF2B5EF4-FFF2-40B4-BE49-F238E27FC236}">
                  <a16:creationId xmlns:a16="http://schemas.microsoft.com/office/drawing/2014/main" id="{9CC3E7CD-BBBE-9522-6BD6-E1932538552A}"/>
                </a:ext>
              </a:extLst>
            </p:cNvPr>
            <p:cNvSpPr/>
            <p:nvPr/>
          </p:nvSpPr>
          <p:spPr>
            <a:xfrm>
              <a:off x="7704057" y="3195785"/>
              <a:ext cx="126497" cy="19014"/>
            </a:xfrm>
            <a:custGeom>
              <a:avLst/>
              <a:gdLst/>
              <a:ahLst/>
              <a:cxnLst/>
              <a:rect l="l" t="t" r="r" b="b"/>
              <a:pathLst>
                <a:path w="4158" h="625" extrusionOk="0">
                  <a:moveTo>
                    <a:pt x="321" y="0"/>
                  </a:moveTo>
                  <a:cubicBezTo>
                    <a:pt x="143" y="0"/>
                    <a:pt x="0" y="143"/>
                    <a:pt x="0" y="304"/>
                  </a:cubicBezTo>
                  <a:cubicBezTo>
                    <a:pt x="0" y="482"/>
                    <a:pt x="143" y="625"/>
                    <a:pt x="321" y="625"/>
                  </a:cubicBezTo>
                  <a:lnTo>
                    <a:pt x="3729" y="625"/>
                  </a:lnTo>
                  <a:cubicBezTo>
                    <a:pt x="4158" y="607"/>
                    <a:pt x="4158" y="18"/>
                    <a:pt x="37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943;p75">
              <a:extLst>
                <a:ext uri="{FF2B5EF4-FFF2-40B4-BE49-F238E27FC236}">
                  <a16:creationId xmlns:a16="http://schemas.microsoft.com/office/drawing/2014/main" id="{D0A88F4F-2D6F-4619-33B7-E349EE7E1BDE}"/>
                </a:ext>
              </a:extLst>
            </p:cNvPr>
            <p:cNvSpPr/>
            <p:nvPr/>
          </p:nvSpPr>
          <p:spPr>
            <a:xfrm>
              <a:off x="7700802" y="3247899"/>
              <a:ext cx="129752" cy="19014"/>
            </a:xfrm>
            <a:custGeom>
              <a:avLst/>
              <a:gdLst/>
              <a:ahLst/>
              <a:cxnLst/>
              <a:rect l="l" t="t" r="r" b="b"/>
              <a:pathLst>
                <a:path w="4265" h="625" extrusionOk="0">
                  <a:moveTo>
                    <a:pt x="428" y="0"/>
                  </a:moveTo>
                  <a:cubicBezTo>
                    <a:pt x="0" y="18"/>
                    <a:pt x="0" y="607"/>
                    <a:pt x="428" y="625"/>
                  </a:cubicBezTo>
                  <a:lnTo>
                    <a:pt x="3836" y="625"/>
                  </a:lnTo>
                  <a:cubicBezTo>
                    <a:pt x="4265" y="607"/>
                    <a:pt x="4265" y="18"/>
                    <a:pt x="38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944;p75">
              <a:extLst>
                <a:ext uri="{FF2B5EF4-FFF2-40B4-BE49-F238E27FC236}">
                  <a16:creationId xmlns:a16="http://schemas.microsoft.com/office/drawing/2014/main" id="{AD6D14DA-0FFE-B650-D203-01F3169F2962}"/>
                </a:ext>
              </a:extLst>
            </p:cNvPr>
            <p:cNvSpPr/>
            <p:nvPr/>
          </p:nvSpPr>
          <p:spPr>
            <a:xfrm>
              <a:off x="7700802" y="3285897"/>
              <a:ext cx="129752" cy="19014"/>
            </a:xfrm>
            <a:custGeom>
              <a:avLst/>
              <a:gdLst/>
              <a:ahLst/>
              <a:cxnLst/>
              <a:rect l="l" t="t" r="r" b="b"/>
              <a:pathLst>
                <a:path w="4265" h="625" extrusionOk="0">
                  <a:moveTo>
                    <a:pt x="428" y="0"/>
                  </a:moveTo>
                  <a:cubicBezTo>
                    <a:pt x="0" y="18"/>
                    <a:pt x="0" y="607"/>
                    <a:pt x="428" y="625"/>
                  </a:cubicBezTo>
                  <a:lnTo>
                    <a:pt x="3836" y="625"/>
                  </a:lnTo>
                  <a:cubicBezTo>
                    <a:pt x="4265" y="607"/>
                    <a:pt x="4265" y="18"/>
                    <a:pt x="38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945;p75">
              <a:extLst>
                <a:ext uri="{FF2B5EF4-FFF2-40B4-BE49-F238E27FC236}">
                  <a16:creationId xmlns:a16="http://schemas.microsoft.com/office/drawing/2014/main" id="{2EDF2CDE-3325-C8F8-21E9-141A95FF15F4}"/>
                </a:ext>
              </a:extLst>
            </p:cNvPr>
            <p:cNvSpPr/>
            <p:nvPr/>
          </p:nvSpPr>
          <p:spPr>
            <a:xfrm>
              <a:off x="7598734" y="3186141"/>
              <a:ext cx="78216" cy="122025"/>
            </a:xfrm>
            <a:custGeom>
              <a:avLst/>
              <a:gdLst/>
              <a:ahLst/>
              <a:cxnLst/>
              <a:rect l="l" t="t" r="r" b="b"/>
              <a:pathLst>
                <a:path w="2571" h="4011" extrusionOk="0">
                  <a:moveTo>
                    <a:pt x="1285" y="630"/>
                  </a:moveTo>
                  <a:cubicBezTo>
                    <a:pt x="1535" y="630"/>
                    <a:pt x="1785" y="799"/>
                    <a:pt x="1803" y="1138"/>
                  </a:cubicBezTo>
                  <a:lnTo>
                    <a:pt x="1803" y="1352"/>
                  </a:lnTo>
                  <a:cubicBezTo>
                    <a:pt x="1785" y="1691"/>
                    <a:pt x="1535" y="1861"/>
                    <a:pt x="1285" y="1861"/>
                  </a:cubicBezTo>
                  <a:cubicBezTo>
                    <a:pt x="1036" y="1861"/>
                    <a:pt x="786" y="1691"/>
                    <a:pt x="768" y="1352"/>
                  </a:cubicBezTo>
                  <a:lnTo>
                    <a:pt x="768" y="1138"/>
                  </a:lnTo>
                  <a:cubicBezTo>
                    <a:pt x="786" y="799"/>
                    <a:pt x="1036" y="630"/>
                    <a:pt x="1285" y="630"/>
                  </a:cubicBezTo>
                  <a:close/>
                  <a:moveTo>
                    <a:pt x="1821" y="2351"/>
                  </a:moveTo>
                  <a:cubicBezTo>
                    <a:pt x="1910" y="2458"/>
                    <a:pt x="1946" y="2583"/>
                    <a:pt x="1946" y="2726"/>
                  </a:cubicBezTo>
                  <a:lnTo>
                    <a:pt x="1946" y="3386"/>
                  </a:lnTo>
                  <a:lnTo>
                    <a:pt x="625" y="3386"/>
                  </a:lnTo>
                  <a:lnTo>
                    <a:pt x="625" y="2726"/>
                  </a:lnTo>
                  <a:cubicBezTo>
                    <a:pt x="625" y="2583"/>
                    <a:pt x="661" y="2458"/>
                    <a:pt x="732" y="2351"/>
                  </a:cubicBezTo>
                  <a:cubicBezTo>
                    <a:pt x="893" y="2441"/>
                    <a:pt x="1089" y="2485"/>
                    <a:pt x="1283" y="2485"/>
                  </a:cubicBezTo>
                  <a:cubicBezTo>
                    <a:pt x="1477" y="2485"/>
                    <a:pt x="1669" y="2441"/>
                    <a:pt x="1821" y="2351"/>
                  </a:cubicBezTo>
                  <a:close/>
                  <a:moveTo>
                    <a:pt x="1285" y="1"/>
                  </a:moveTo>
                  <a:cubicBezTo>
                    <a:pt x="732" y="1"/>
                    <a:pt x="179" y="380"/>
                    <a:pt x="143" y="1138"/>
                  </a:cubicBezTo>
                  <a:lnTo>
                    <a:pt x="143" y="1352"/>
                  </a:lnTo>
                  <a:cubicBezTo>
                    <a:pt x="143" y="1548"/>
                    <a:pt x="197" y="1745"/>
                    <a:pt x="286" y="1905"/>
                  </a:cubicBezTo>
                  <a:cubicBezTo>
                    <a:pt x="108" y="2137"/>
                    <a:pt x="1" y="2423"/>
                    <a:pt x="1" y="2726"/>
                  </a:cubicBezTo>
                  <a:lnTo>
                    <a:pt x="1" y="3690"/>
                  </a:lnTo>
                  <a:cubicBezTo>
                    <a:pt x="1" y="3868"/>
                    <a:pt x="143" y="4011"/>
                    <a:pt x="322" y="4011"/>
                  </a:cubicBezTo>
                  <a:lnTo>
                    <a:pt x="2249" y="4011"/>
                  </a:lnTo>
                  <a:cubicBezTo>
                    <a:pt x="2427" y="4011"/>
                    <a:pt x="2570" y="3868"/>
                    <a:pt x="2570" y="3690"/>
                  </a:cubicBezTo>
                  <a:lnTo>
                    <a:pt x="2570" y="2726"/>
                  </a:lnTo>
                  <a:cubicBezTo>
                    <a:pt x="2570" y="2423"/>
                    <a:pt x="2463" y="2137"/>
                    <a:pt x="2285" y="1905"/>
                  </a:cubicBezTo>
                  <a:cubicBezTo>
                    <a:pt x="2374" y="1745"/>
                    <a:pt x="2427" y="1548"/>
                    <a:pt x="2427" y="1352"/>
                  </a:cubicBezTo>
                  <a:lnTo>
                    <a:pt x="2427" y="1138"/>
                  </a:lnTo>
                  <a:cubicBezTo>
                    <a:pt x="2392" y="380"/>
                    <a:pt x="1839" y="1"/>
                    <a:pt x="12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Vapor Trail</Template>
  <TotalTime>93</TotalTime>
  <Words>430</Words>
  <Application>Microsoft Office PowerPoint</Application>
  <PresentationFormat>On-screen Show (16:9)</PresentationFormat>
  <Paragraphs>33</Paragraphs>
  <Slides>15</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Rubik Distressed</vt:lpstr>
      <vt:lpstr>Rubik Black</vt:lpstr>
      <vt:lpstr>Century Gothic</vt:lpstr>
      <vt:lpstr>Arial</vt:lpstr>
      <vt:lpstr>Nunito Light</vt:lpstr>
      <vt:lpstr>Darker Grotesque SemiBold</vt:lpstr>
      <vt:lpstr>Times New Roman</vt:lpstr>
      <vt:lpstr>Vapor Trail</vt:lpstr>
      <vt:lpstr>Analysis of NYPD Complaint Data Using Machine Learning Techniques</vt:lpstr>
      <vt:lpstr>Introduction</vt:lpstr>
      <vt:lpstr>Problems to Solve</vt:lpstr>
      <vt:lpstr>Dataset</vt:lpstr>
      <vt:lpstr>Data Explanation</vt:lpstr>
      <vt:lpstr>Data Preparation</vt:lpstr>
      <vt:lpstr>Exploratory Data Analysis</vt:lpstr>
      <vt:lpstr>Plots</vt:lpstr>
      <vt:lpstr>Plots</vt:lpstr>
      <vt:lpstr>Plots</vt:lpstr>
      <vt:lpstr>Data validation</vt:lpstr>
      <vt:lpstr>Algorithms Used</vt:lpstr>
      <vt:lpstr>Algorithm  Comparison</vt:lpstr>
      <vt:lpstr>Model Prediction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NYPD Complaint Data Using Machine Learning Techniques</dc:title>
  <dc:creator>harin g</dc:creator>
  <cp:lastModifiedBy>soumyareddy vardhanagari</cp:lastModifiedBy>
  <cp:revision>2</cp:revision>
  <dcterms:modified xsi:type="dcterms:W3CDTF">2024-12-06T03:18:33Z</dcterms:modified>
</cp:coreProperties>
</file>